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59" r:id="rId8"/>
    <p:sldId id="260" r:id="rId9"/>
    <p:sldId id="266" r:id="rId10"/>
    <p:sldId id="262" r:id="rId11"/>
    <p:sldId id="264" r:id="rId12"/>
    <p:sldId id="265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810B24-EAF0-43C1-8C9E-BA2FAEF1BBE3}" v="232" dt="2020-04-27T04:27:34.3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5" autoAdjust="0"/>
    <p:restoredTop sz="94634" autoAdjust="0"/>
  </p:normalViewPr>
  <p:slideViewPr>
    <p:cSldViewPr snapToGrid="0">
      <p:cViewPr>
        <p:scale>
          <a:sx n="88" d="100"/>
          <a:sy n="88" d="100"/>
        </p:scale>
        <p:origin x="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50" d="100"/>
          <a:sy n="50" d="100"/>
        </p:scale>
        <p:origin x="3403" y="3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0A4241-EE9F-4C68-BBB9-DD3BF62CFD2C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45006C0-BE4A-4241-836B-7474C80F7951}">
      <dgm:prSet custT="1"/>
      <dgm:spPr/>
      <dgm:t>
        <a:bodyPr/>
        <a:lstStyle/>
        <a:p>
          <a:r>
            <a:rPr lang="en-US" sz="3000" dirty="0"/>
            <a:t>About</a:t>
          </a:r>
        </a:p>
      </dgm:t>
    </dgm:pt>
    <dgm:pt modelId="{9F731C56-B47A-42D6-8EA0-DBB0B42F3FFC}" type="parTrans" cxnId="{2A9D03A5-4247-442E-8B69-8BEB92FA9BF9}">
      <dgm:prSet/>
      <dgm:spPr/>
      <dgm:t>
        <a:bodyPr/>
        <a:lstStyle/>
        <a:p>
          <a:endParaRPr lang="en-US" sz="1800"/>
        </a:p>
      </dgm:t>
    </dgm:pt>
    <dgm:pt modelId="{02DAEB8F-FC83-4FE7-81E4-1B4837765E26}" type="sibTrans" cxnId="{2A9D03A5-4247-442E-8B69-8BEB92FA9BF9}">
      <dgm:prSet/>
      <dgm:spPr/>
      <dgm:t>
        <a:bodyPr/>
        <a:lstStyle/>
        <a:p>
          <a:endParaRPr lang="en-US" sz="1800"/>
        </a:p>
      </dgm:t>
    </dgm:pt>
    <dgm:pt modelId="{8A1EB17E-757D-4AE6-A973-8C70F62960AD}">
      <dgm:prSet custT="1"/>
      <dgm:spPr/>
      <dgm:t>
        <a:bodyPr/>
        <a:lstStyle/>
        <a:p>
          <a:r>
            <a:rPr lang="en-US" sz="3000" dirty="0"/>
            <a:t>Tips</a:t>
          </a:r>
        </a:p>
      </dgm:t>
    </dgm:pt>
    <dgm:pt modelId="{9F7FFC9D-3530-4FBF-814E-5DAEDAFBAEA5}" type="parTrans" cxnId="{BEB52EBC-8E63-4D0D-BBFF-4454B09AAC92}">
      <dgm:prSet/>
      <dgm:spPr/>
      <dgm:t>
        <a:bodyPr/>
        <a:lstStyle/>
        <a:p>
          <a:endParaRPr lang="en-US"/>
        </a:p>
      </dgm:t>
    </dgm:pt>
    <dgm:pt modelId="{DF5DEE65-9458-4989-997F-432AE0783624}" type="sibTrans" cxnId="{BEB52EBC-8E63-4D0D-BBFF-4454B09AAC92}">
      <dgm:prSet/>
      <dgm:spPr/>
      <dgm:t>
        <a:bodyPr/>
        <a:lstStyle/>
        <a:p>
          <a:endParaRPr lang="en-US"/>
        </a:p>
      </dgm:t>
    </dgm:pt>
    <dgm:pt modelId="{BA28CAB8-E019-4BEE-B033-962133C00E76}">
      <dgm:prSet custT="1"/>
      <dgm:spPr/>
      <dgm:t>
        <a:bodyPr/>
        <a:lstStyle/>
        <a:p>
          <a:r>
            <a:rPr lang="en-US" sz="3000" dirty="0"/>
            <a:t>Advantages</a:t>
          </a:r>
        </a:p>
      </dgm:t>
    </dgm:pt>
    <dgm:pt modelId="{81071808-FCFF-4332-9AFF-D68C4DE2DF09}" type="parTrans" cxnId="{277873D5-363E-4A43-BAA7-5A361A05501F}">
      <dgm:prSet/>
      <dgm:spPr/>
      <dgm:t>
        <a:bodyPr/>
        <a:lstStyle/>
        <a:p>
          <a:endParaRPr lang="en-US"/>
        </a:p>
      </dgm:t>
    </dgm:pt>
    <dgm:pt modelId="{2B893985-F69A-44F1-9996-11DD6A90AA52}" type="sibTrans" cxnId="{277873D5-363E-4A43-BAA7-5A361A05501F}">
      <dgm:prSet/>
      <dgm:spPr/>
      <dgm:t>
        <a:bodyPr/>
        <a:lstStyle/>
        <a:p>
          <a:endParaRPr lang="en-US"/>
        </a:p>
      </dgm:t>
    </dgm:pt>
    <dgm:pt modelId="{F1BA1E53-A58C-4E96-8224-270EEFA458C4}">
      <dgm:prSet custT="1"/>
      <dgm:spPr/>
      <dgm:t>
        <a:bodyPr/>
        <a:lstStyle/>
        <a:p>
          <a:r>
            <a:rPr lang="en-US" sz="3000" dirty="0"/>
            <a:t>Disadvantages</a:t>
          </a:r>
        </a:p>
      </dgm:t>
    </dgm:pt>
    <dgm:pt modelId="{CA8AFABB-CCE1-46B9-9DDC-4C2CB72972B6}" type="parTrans" cxnId="{2C924FBD-5B8F-4E32-8256-ACB278C226EA}">
      <dgm:prSet/>
      <dgm:spPr/>
      <dgm:t>
        <a:bodyPr/>
        <a:lstStyle/>
        <a:p>
          <a:endParaRPr lang="en-US"/>
        </a:p>
      </dgm:t>
    </dgm:pt>
    <dgm:pt modelId="{49FDDFD7-A30E-41B3-B868-67D9173E1232}" type="sibTrans" cxnId="{2C924FBD-5B8F-4E32-8256-ACB278C226EA}">
      <dgm:prSet/>
      <dgm:spPr/>
      <dgm:t>
        <a:bodyPr/>
        <a:lstStyle/>
        <a:p>
          <a:endParaRPr lang="en-US"/>
        </a:p>
      </dgm:t>
    </dgm:pt>
    <dgm:pt modelId="{0E8F2440-72A2-4149-94E8-878B08D8CB88}" type="pres">
      <dgm:prSet presAssocID="{A70A4241-EE9F-4C68-BBB9-DD3BF62CFD2C}" presName="diagram" presStyleCnt="0">
        <dgm:presLayoutVars>
          <dgm:dir/>
          <dgm:resizeHandles val="exact"/>
        </dgm:presLayoutVars>
      </dgm:prSet>
      <dgm:spPr/>
    </dgm:pt>
    <dgm:pt modelId="{67E3A498-0445-49A4-B03D-C267891E6F87}" type="pres">
      <dgm:prSet presAssocID="{D45006C0-BE4A-4241-836B-7474C80F7951}" presName="node" presStyleLbl="node1" presStyleIdx="0" presStyleCnt="4">
        <dgm:presLayoutVars>
          <dgm:bulletEnabled val="1"/>
        </dgm:presLayoutVars>
      </dgm:prSet>
      <dgm:spPr/>
    </dgm:pt>
    <dgm:pt modelId="{2889AADD-1EEF-4DF7-963C-0C34B041917B}" type="pres">
      <dgm:prSet presAssocID="{02DAEB8F-FC83-4FE7-81E4-1B4837765E26}" presName="sibTrans" presStyleCnt="0"/>
      <dgm:spPr/>
    </dgm:pt>
    <dgm:pt modelId="{FA4B79BA-FBFD-447D-9572-7A529B4F8159}" type="pres">
      <dgm:prSet presAssocID="{8A1EB17E-757D-4AE6-A973-8C70F62960AD}" presName="node" presStyleLbl="node1" presStyleIdx="1" presStyleCnt="4">
        <dgm:presLayoutVars>
          <dgm:bulletEnabled val="1"/>
        </dgm:presLayoutVars>
      </dgm:prSet>
      <dgm:spPr/>
    </dgm:pt>
    <dgm:pt modelId="{7E368F64-3317-43D0-B207-E34460C394EE}" type="pres">
      <dgm:prSet presAssocID="{DF5DEE65-9458-4989-997F-432AE0783624}" presName="sibTrans" presStyleCnt="0"/>
      <dgm:spPr/>
    </dgm:pt>
    <dgm:pt modelId="{A7FDF909-8B6A-4D89-8825-3C49E0A8B9B7}" type="pres">
      <dgm:prSet presAssocID="{BA28CAB8-E019-4BEE-B033-962133C00E76}" presName="node" presStyleLbl="node1" presStyleIdx="2" presStyleCnt="4">
        <dgm:presLayoutVars>
          <dgm:bulletEnabled val="1"/>
        </dgm:presLayoutVars>
      </dgm:prSet>
      <dgm:spPr/>
    </dgm:pt>
    <dgm:pt modelId="{68B1B0FA-D4F4-4185-B6BF-CE8D97FE7FB8}" type="pres">
      <dgm:prSet presAssocID="{2B893985-F69A-44F1-9996-11DD6A90AA52}" presName="sibTrans" presStyleCnt="0"/>
      <dgm:spPr/>
    </dgm:pt>
    <dgm:pt modelId="{7FE0A0FD-50B9-4F98-ACC7-53317905AE5D}" type="pres">
      <dgm:prSet presAssocID="{F1BA1E53-A58C-4E96-8224-270EEFA458C4}" presName="node" presStyleLbl="node1" presStyleIdx="3" presStyleCnt="4">
        <dgm:presLayoutVars>
          <dgm:bulletEnabled val="1"/>
        </dgm:presLayoutVars>
      </dgm:prSet>
      <dgm:spPr/>
    </dgm:pt>
  </dgm:ptLst>
  <dgm:cxnLst>
    <dgm:cxn modelId="{5A5C9C15-E25C-41F4-88CE-8D35AD5379CD}" type="presOf" srcId="{BA28CAB8-E019-4BEE-B033-962133C00E76}" destId="{A7FDF909-8B6A-4D89-8825-3C49E0A8B9B7}" srcOrd="0" destOrd="0" presId="urn:microsoft.com/office/officeart/2005/8/layout/default"/>
    <dgm:cxn modelId="{94F67316-F0FD-4A53-86F5-9533193A61EF}" type="presOf" srcId="{D45006C0-BE4A-4241-836B-7474C80F7951}" destId="{67E3A498-0445-49A4-B03D-C267891E6F87}" srcOrd="0" destOrd="0" presId="urn:microsoft.com/office/officeart/2005/8/layout/default"/>
    <dgm:cxn modelId="{2A9D03A5-4247-442E-8B69-8BEB92FA9BF9}" srcId="{A70A4241-EE9F-4C68-BBB9-DD3BF62CFD2C}" destId="{D45006C0-BE4A-4241-836B-7474C80F7951}" srcOrd="0" destOrd="0" parTransId="{9F731C56-B47A-42D6-8EA0-DBB0B42F3FFC}" sibTransId="{02DAEB8F-FC83-4FE7-81E4-1B4837765E26}"/>
    <dgm:cxn modelId="{DA4868B3-BDC6-44D2-80C1-73A4ABE1A279}" type="presOf" srcId="{F1BA1E53-A58C-4E96-8224-270EEFA458C4}" destId="{7FE0A0FD-50B9-4F98-ACC7-53317905AE5D}" srcOrd="0" destOrd="0" presId="urn:microsoft.com/office/officeart/2005/8/layout/default"/>
    <dgm:cxn modelId="{BEB52EBC-8E63-4D0D-BBFF-4454B09AAC92}" srcId="{A70A4241-EE9F-4C68-BBB9-DD3BF62CFD2C}" destId="{8A1EB17E-757D-4AE6-A973-8C70F62960AD}" srcOrd="1" destOrd="0" parTransId="{9F7FFC9D-3530-4FBF-814E-5DAEDAFBAEA5}" sibTransId="{DF5DEE65-9458-4989-997F-432AE0783624}"/>
    <dgm:cxn modelId="{2C924FBD-5B8F-4E32-8256-ACB278C226EA}" srcId="{A70A4241-EE9F-4C68-BBB9-DD3BF62CFD2C}" destId="{F1BA1E53-A58C-4E96-8224-270EEFA458C4}" srcOrd="3" destOrd="0" parTransId="{CA8AFABB-CCE1-46B9-9DDC-4C2CB72972B6}" sibTransId="{49FDDFD7-A30E-41B3-B868-67D9173E1232}"/>
    <dgm:cxn modelId="{C83F6AD5-B0A1-4F3C-825A-6CAA99E2443A}" type="presOf" srcId="{A70A4241-EE9F-4C68-BBB9-DD3BF62CFD2C}" destId="{0E8F2440-72A2-4149-94E8-878B08D8CB88}" srcOrd="0" destOrd="0" presId="urn:microsoft.com/office/officeart/2005/8/layout/default"/>
    <dgm:cxn modelId="{277873D5-363E-4A43-BAA7-5A361A05501F}" srcId="{A70A4241-EE9F-4C68-BBB9-DD3BF62CFD2C}" destId="{BA28CAB8-E019-4BEE-B033-962133C00E76}" srcOrd="2" destOrd="0" parTransId="{81071808-FCFF-4332-9AFF-D68C4DE2DF09}" sibTransId="{2B893985-F69A-44F1-9996-11DD6A90AA52}"/>
    <dgm:cxn modelId="{E38415F9-F955-43F4-B6A7-5A45F7BE211F}" type="presOf" srcId="{8A1EB17E-757D-4AE6-A973-8C70F62960AD}" destId="{FA4B79BA-FBFD-447D-9572-7A529B4F8159}" srcOrd="0" destOrd="0" presId="urn:microsoft.com/office/officeart/2005/8/layout/default"/>
    <dgm:cxn modelId="{6687DB64-9E3E-4B35-BDE9-E1AB1A6438E8}" type="presParOf" srcId="{0E8F2440-72A2-4149-94E8-878B08D8CB88}" destId="{67E3A498-0445-49A4-B03D-C267891E6F87}" srcOrd="0" destOrd="0" presId="urn:microsoft.com/office/officeart/2005/8/layout/default"/>
    <dgm:cxn modelId="{7735374C-5152-49C8-A80F-0E06E7A411FB}" type="presParOf" srcId="{0E8F2440-72A2-4149-94E8-878B08D8CB88}" destId="{2889AADD-1EEF-4DF7-963C-0C34B041917B}" srcOrd="1" destOrd="0" presId="urn:microsoft.com/office/officeart/2005/8/layout/default"/>
    <dgm:cxn modelId="{1407B329-A449-4485-803C-AD551517A583}" type="presParOf" srcId="{0E8F2440-72A2-4149-94E8-878B08D8CB88}" destId="{FA4B79BA-FBFD-447D-9572-7A529B4F8159}" srcOrd="2" destOrd="0" presId="urn:microsoft.com/office/officeart/2005/8/layout/default"/>
    <dgm:cxn modelId="{05654129-F3B5-4696-AE90-B92209411D36}" type="presParOf" srcId="{0E8F2440-72A2-4149-94E8-878B08D8CB88}" destId="{7E368F64-3317-43D0-B207-E34460C394EE}" srcOrd="3" destOrd="0" presId="urn:microsoft.com/office/officeart/2005/8/layout/default"/>
    <dgm:cxn modelId="{1FF1E8BD-1A14-4A7F-AC5E-ECDCF64A5434}" type="presParOf" srcId="{0E8F2440-72A2-4149-94E8-878B08D8CB88}" destId="{A7FDF909-8B6A-4D89-8825-3C49E0A8B9B7}" srcOrd="4" destOrd="0" presId="urn:microsoft.com/office/officeart/2005/8/layout/default"/>
    <dgm:cxn modelId="{96F54CFB-E84F-438B-83AF-DD05C7019D39}" type="presParOf" srcId="{0E8F2440-72A2-4149-94E8-878B08D8CB88}" destId="{68B1B0FA-D4F4-4185-B6BF-CE8D97FE7FB8}" srcOrd="5" destOrd="0" presId="urn:microsoft.com/office/officeart/2005/8/layout/default"/>
    <dgm:cxn modelId="{F8865A07-5FE0-4D60-B590-9AFF349D1FAF}" type="presParOf" srcId="{0E8F2440-72A2-4149-94E8-878B08D8CB88}" destId="{7FE0A0FD-50B9-4F98-ACC7-53317905AE5D}" srcOrd="6" destOrd="0" presId="urn:microsoft.com/office/officeart/2005/8/layout/default"/>
  </dgm:cxnLst>
  <dgm:bg>
    <a:noFill/>
    <a:effectLst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E3A498-0445-49A4-B03D-C267891E6F87}">
      <dsp:nvSpPr>
        <dsp:cNvPr id="0" name=""/>
        <dsp:cNvSpPr/>
      </dsp:nvSpPr>
      <dsp:spPr>
        <a:xfrm>
          <a:off x="2999" y="588756"/>
          <a:ext cx="2379653" cy="142779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About</a:t>
          </a:r>
        </a:p>
      </dsp:txBody>
      <dsp:txXfrm>
        <a:off x="2999" y="588756"/>
        <a:ext cx="2379653" cy="1427792"/>
      </dsp:txXfrm>
    </dsp:sp>
    <dsp:sp modelId="{FA4B79BA-FBFD-447D-9572-7A529B4F8159}">
      <dsp:nvSpPr>
        <dsp:cNvPr id="0" name=""/>
        <dsp:cNvSpPr/>
      </dsp:nvSpPr>
      <dsp:spPr>
        <a:xfrm>
          <a:off x="2620618" y="588756"/>
          <a:ext cx="2379653" cy="142779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Tips</a:t>
          </a:r>
        </a:p>
      </dsp:txBody>
      <dsp:txXfrm>
        <a:off x="2620618" y="588756"/>
        <a:ext cx="2379653" cy="1427792"/>
      </dsp:txXfrm>
    </dsp:sp>
    <dsp:sp modelId="{A7FDF909-8B6A-4D89-8825-3C49E0A8B9B7}">
      <dsp:nvSpPr>
        <dsp:cNvPr id="0" name=""/>
        <dsp:cNvSpPr/>
      </dsp:nvSpPr>
      <dsp:spPr>
        <a:xfrm>
          <a:off x="5238237" y="588756"/>
          <a:ext cx="2379653" cy="142779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Advantages</a:t>
          </a:r>
        </a:p>
      </dsp:txBody>
      <dsp:txXfrm>
        <a:off x="5238237" y="588756"/>
        <a:ext cx="2379653" cy="1427792"/>
      </dsp:txXfrm>
    </dsp:sp>
    <dsp:sp modelId="{7FE0A0FD-50B9-4F98-ACC7-53317905AE5D}">
      <dsp:nvSpPr>
        <dsp:cNvPr id="0" name=""/>
        <dsp:cNvSpPr/>
      </dsp:nvSpPr>
      <dsp:spPr>
        <a:xfrm>
          <a:off x="7855856" y="588756"/>
          <a:ext cx="2379653" cy="142779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Disadvantages</a:t>
          </a:r>
        </a:p>
      </dsp:txBody>
      <dsp:txXfrm>
        <a:off x="7855856" y="588756"/>
        <a:ext cx="2379653" cy="14277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0DF988-5CAB-432B-8D0B-D8C3E059DF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E356AA-AEFC-428A-8BD0-AA2D3C5918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37DEA4-367D-4080-83F2-8D3D2CA6B32A}" type="datetimeFigureOut">
              <a:rPr lang="en-US" smtClean="0"/>
              <a:t>4/27/2020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865BBC-F712-4550-A53A-E3704893E6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944CF1-DDB6-4D6E-8031-215AE90439C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908541-035C-4B65-9610-76D15F8AC2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519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70E602-17AB-462D-97EB-415C7E6D4A8D}" type="datetimeFigureOut">
              <a:rPr lang="en-US" smtClean="0"/>
              <a:t>4/27/2020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9CF3A1-9863-43A3-B39B-8E6FEFD6E2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56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CF3A1-9863-43A3-B39B-8E6FEFD6E20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941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CF3A1-9863-43A3-B39B-8E6FEFD6E20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380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86114-9098-435A-92ED-EB5C60A8594F}"/>
              </a:ext>
            </a:extLst>
          </p:cNvPr>
          <p:cNvSpPr/>
          <p:nvPr userDrawn="1"/>
        </p:nvSpPr>
        <p:spPr>
          <a:xfrm>
            <a:off x="360000" y="360000"/>
            <a:ext cx="11473200" cy="613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3677EC-F535-460C-B8F2-2DE379673467}"/>
              </a:ext>
            </a:extLst>
          </p:cNvPr>
          <p:cNvSpPr/>
          <p:nvPr/>
        </p:nvSpPr>
        <p:spPr>
          <a:xfrm>
            <a:off x="7538301" y="359999"/>
            <a:ext cx="4294899" cy="6138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C0D9D9-BD9E-4496-B006-48F8564772EA}"/>
              </a:ext>
            </a:extLst>
          </p:cNvPr>
          <p:cNvSpPr/>
          <p:nvPr/>
        </p:nvSpPr>
        <p:spPr>
          <a:xfrm>
            <a:off x="7180411" y="711624"/>
            <a:ext cx="4294899" cy="5382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B97580-930D-4D78-B1CF-B3362065422C}"/>
              </a:ext>
            </a:extLst>
          </p:cNvPr>
          <p:cNvSpPr/>
          <p:nvPr/>
        </p:nvSpPr>
        <p:spPr>
          <a:xfrm flipH="1">
            <a:off x="7538301" y="724153"/>
            <a:ext cx="357889" cy="357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7CCE60-6E08-4CDE-B013-9C636A46C8A2}"/>
              </a:ext>
            </a:extLst>
          </p:cNvPr>
          <p:cNvSpPr/>
          <p:nvPr/>
        </p:nvSpPr>
        <p:spPr>
          <a:xfrm flipH="1">
            <a:off x="7538301" y="5739959"/>
            <a:ext cx="357889" cy="3578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4AC3B-AEEF-47EF-9226-CF64AC78260D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7871790" y="2042319"/>
            <a:ext cx="3168000" cy="2387600"/>
          </a:xfrm>
        </p:spPr>
        <p:txBody>
          <a:bodyPr lIns="0" tIns="0" rIns="0" bIns="0" anchor="b">
            <a:normAutofit/>
          </a:bodyPr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BF959-E47C-478B-BD16-0D4D033531B8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7871790" y="5166704"/>
            <a:ext cx="3168000" cy="76695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000" i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85E8A1-43CB-4B51-9B45-2010B5833B02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758FB8-19A9-47B1-8D16-FC78E7E2D1ED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BA282B3E-4E3B-4D3F-AC29-B6E963F9C7A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3ED610-C66B-4824-A437-94E15AA5FF81}"/>
              </a:ext>
            </a:extLst>
          </p:cNvPr>
          <p:cNvSpPr/>
          <p:nvPr userDrawn="1"/>
        </p:nvSpPr>
        <p:spPr>
          <a:xfrm>
            <a:off x="6817676" y="4469671"/>
            <a:ext cx="720624" cy="2028329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865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86114-9098-435A-92ED-EB5C60A8594F}"/>
              </a:ext>
            </a:extLst>
          </p:cNvPr>
          <p:cNvSpPr/>
          <p:nvPr userDrawn="1"/>
        </p:nvSpPr>
        <p:spPr>
          <a:xfrm>
            <a:off x="360000" y="360000"/>
            <a:ext cx="11473200" cy="613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3677EC-F535-460C-B8F2-2DE379673467}"/>
              </a:ext>
            </a:extLst>
          </p:cNvPr>
          <p:cNvSpPr/>
          <p:nvPr/>
        </p:nvSpPr>
        <p:spPr>
          <a:xfrm>
            <a:off x="7538301" y="359999"/>
            <a:ext cx="4294899" cy="6138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C0D9D9-BD9E-4496-B006-48F8564772EA}"/>
              </a:ext>
            </a:extLst>
          </p:cNvPr>
          <p:cNvSpPr/>
          <p:nvPr/>
        </p:nvSpPr>
        <p:spPr>
          <a:xfrm>
            <a:off x="7180411" y="711624"/>
            <a:ext cx="4294899" cy="5382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B97580-930D-4D78-B1CF-B3362065422C}"/>
              </a:ext>
            </a:extLst>
          </p:cNvPr>
          <p:cNvSpPr/>
          <p:nvPr/>
        </p:nvSpPr>
        <p:spPr>
          <a:xfrm flipH="1">
            <a:off x="7538301" y="724153"/>
            <a:ext cx="357889" cy="357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7CCE60-6E08-4CDE-B013-9C636A46C8A2}"/>
              </a:ext>
            </a:extLst>
          </p:cNvPr>
          <p:cNvSpPr/>
          <p:nvPr/>
        </p:nvSpPr>
        <p:spPr>
          <a:xfrm flipH="1">
            <a:off x="7538301" y="5739959"/>
            <a:ext cx="357889" cy="3578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9B2250-3DBA-4931-BA35-E001AF48DACB}"/>
              </a:ext>
            </a:extLst>
          </p:cNvPr>
          <p:cNvSpPr/>
          <p:nvPr/>
        </p:nvSpPr>
        <p:spPr>
          <a:xfrm>
            <a:off x="6817676" y="4469671"/>
            <a:ext cx="720624" cy="2028329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4AC3B-AEEF-47EF-9226-CF64AC78260D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7871790" y="2042319"/>
            <a:ext cx="3168000" cy="2387600"/>
          </a:xfrm>
        </p:spPr>
        <p:txBody>
          <a:bodyPr lIns="0" tIns="0" rIns="0" bIns="0" anchor="b">
            <a:normAutofit/>
          </a:bodyPr>
          <a:lstStyle>
            <a:lvl1pPr algn="ctr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BF959-E47C-478B-BD16-0D4D033531B8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7871790" y="5166704"/>
            <a:ext cx="3168000" cy="76695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000" i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85E8A1-43CB-4B51-9B45-2010B5833B02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758FB8-19A9-47B1-8D16-FC78E7E2D1ED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BA282B3E-4E3B-4D3F-AC29-B6E963F9C7A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180DC9F-82D9-470B-A264-73E211A439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20000" y="720000"/>
            <a:ext cx="6818300" cy="5382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 dirty="0"/>
              <a:t>Insert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3874400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54312-8F47-47A2-B516-8177B8670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04CAD-77D6-446D-9A66-D58B8AE17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B61B44-10FA-428B-8BF8-C394F5615C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23D0DA-91AB-4EBB-8EB2-6AA2C48D51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282B3E-4E3B-4D3F-AC29-B6E963F9C7A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1F296-3DCB-4C9E-952C-F67314DAE035}"/>
              </a:ext>
            </a:extLst>
          </p:cNvPr>
          <p:cNvSpPr/>
          <p:nvPr userDrawn="1"/>
        </p:nvSpPr>
        <p:spPr>
          <a:xfrm>
            <a:off x="4386000" y="0"/>
            <a:ext cx="3420000" cy="720000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D70D7B-44ED-404A-AE13-9736DF7B3B33}"/>
              </a:ext>
            </a:extLst>
          </p:cNvPr>
          <p:cNvSpPr/>
          <p:nvPr userDrawn="1"/>
        </p:nvSpPr>
        <p:spPr>
          <a:xfrm flipH="1">
            <a:off x="4026000" y="359999"/>
            <a:ext cx="360000" cy="3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B41035-2FD8-4902-B929-588169F22676}"/>
              </a:ext>
            </a:extLst>
          </p:cNvPr>
          <p:cNvSpPr/>
          <p:nvPr userDrawn="1"/>
        </p:nvSpPr>
        <p:spPr>
          <a:xfrm flipH="1">
            <a:off x="7806000" y="35999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A932B8-FAA6-4A87-B8F7-68ED82F755E7}"/>
              </a:ext>
            </a:extLst>
          </p:cNvPr>
          <p:cNvSpPr/>
          <p:nvPr userDrawn="1"/>
        </p:nvSpPr>
        <p:spPr>
          <a:xfrm>
            <a:off x="4386000" y="6498000"/>
            <a:ext cx="3420000" cy="360000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165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arrow 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D493F5F-AC40-4F60-A0B1-577DF95C5348}"/>
              </a:ext>
            </a:extLst>
          </p:cNvPr>
          <p:cNvSpPr/>
          <p:nvPr userDrawn="1"/>
        </p:nvSpPr>
        <p:spPr>
          <a:xfrm>
            <a:off x="360000" y="360000"/>
            <a:ext cx="11473200" cy="613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611CC6-4034-4273-B7B4-094F017E5B09}"/>
              </a:ext>
            </a:extLst>
          </p:cNvPr>
          <p:cNvSpPr/>
          <p:nvPr userDrawn="1"/>
        </p:nvSpPr>
        <p:spPr>
          <a:xfrm flipH="1">
            <a:off x="11473200" y="6138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B54312-8F47-47A2-B516-8177B8670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6250" y="894521"/>
            <a:ext cx="2577549" cy="1858617"/>
          </a:xfrm>
        </p:spPr>
        <p:txBody>
          <a:bodyPr anchor="b">
            <a:normAutofit/>
          </a:bodyPr>
          <a:lstStyle>
            <a:lvl1pPr algn="ctr">
              <a:defRPr sz="3200" i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04CAD-77D6-446D-9A66-D58B8AE17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6252" y="3856383"/>
            <a:ext cx="2577548" cy="21070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B61B44-10FA-428B-8BF8-C394F5615C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23D0DA-91AB-4EBB-8EB2-6AA2C48D51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282B3E-4E3B-4D3F-AC29-B6E963F9C7A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9751C31-CBB5-46BC-BEF2-9804C8527D67}"/>
              </a:ext>
            </a:extLst>
          </p:cNvPr>
          <p:cNvSpPr/>
          <p:nvPr userDrawn="1"/>
        </p:nvSpPr>
        <p:spPr>
          <a:xfrm>
            <a:off x="8584635" y="713698"/>
            <a:ext cx="2879560" cy="5418000"/>
          </a:xfrm>
          <a:custGeom>
            <a:avLst/>
            <a:gdLst>
              <a:gd name="connsiteX0" fmla="*/ 0 w 2879560"/>
              <a:gd name="connsiteY0" fmla="*/ 0 h 5418000"/>
              <a:gd name="connsiteX1" fmla="*/ 179215 w 2879560"/>
              <a:gd name="connsiteY1" fmla="*/ 0 h 5418000"/>
              <a:gd name="connsiteX2" fmla="*/ 179215 w 2879560"/>
              <a:gd name="connsiteY2" fmla="*/ 366302 h 5418000"/>
              <a:gd name="connsiteX3" fmla="*/ 2700346 w 2879560"/>
              <a:gd name="connsiteY3" fmla="*/ 366302 h 5418000"/>
              <a:gd name="connsiteX4" fmla="*/ 2700346 w 2879560"/>
              <a:gd name="connsiteY4" fmla="*/ 0 h 5418000"/>
              <a:gd name="connsiteX5" fmla="*/ 2879560 w 2879560"/>
              <a:gd name="connsiteY5" fmla="*/ 0 h 5418000"/>
              <a:gd name="connsiteX6" fmla="*/ 2879560 w 2879560"/>
              <a:gd name="connsiteY6" fmla="*/ 5418000 h 5418000"/>
              <a:gd name="connsiteX7" fmla="*/ 0 w 2879560"/>
              <a:gd name="connsiteY7" fmla="*/ 5418000 h 5418000"/>
              <a:gd name="connsiteX0" fmla="*/ 2700346 w 2879560"/>
              <a:gd name="connsiteY0" fmla="*/ 366302 h 5418000"/>
              <a:gd name="connsiteX1" fmla="*/ 2700346 w 2879560"/>
              <a:gd name="connsiteY1" fmla="*/ 0 h 5418000"/>
              <a:gd name="connsiteX2" fmla="*/ 2879560 w 2879560"/>
              <a:gd name="connsiteY2" fmla="*/ 0 h 5418000"/>
              <a:gd name="connsiteX3" fmla="*/ 2879560 w 2879560"/>
              <a:gd name="connsiteY3" fmla="*/ 5418000 h 5418000"/>
              <a:gd name="connsiteX4" fmla="*/ 0 w 2879560"/>
              <a:gd name="connsiteY4" fmla="*/ 5418000 h 5418000"/>
              <a:gd name="connsiteX5" fmla="*/ 0 w 2879560"/>
              <a:gd name="connsiteY5" fmla="*/ 0 h 5418000"/>
              <a:gd name="connsiteX6" fmla="*/ 179215 w 2879560"/>
              <a:gd name="connsiteY6" fmla="*/ 0 h 5418000"/>
              <a:gd name="connsiteX7" fmla="*/ 179215 w 2879560"/>
              <a:gd name="connsiteY7" fmla="*/ 366302 h 5418000"/>
              <a:gd name="connsiteX8" fmla="*/ 2791786 w 2879560"/>
              <a:gd name="connsiteY8" fmla="*/ 457742 h 5418000"/>
              <a:gd name="connsiteX0" fmla="*/ 2700346 w 2879560"/>
              <a:gd name="connsiteY0" fmla="*/ 366302 h 5418000"/>
              <a:gd name="connsiteX1" fmla="*/ 2700346 w 2879560"/>
              <a:gd name="connsiteY1" fmla="*/ 0 h 5418000"/>
              <a:gd name="connsiteX2" fmla="*/ 2879560 w 2879560"/>
              <a:gd name="connsiteY2" fmla="*/ 0 h 5418000"/>
              <a:gd name="connsiteX3" fmla="*/ 2879560 w 2879560"/>
              <a:gd name="connsiteY3" fmla="*/ 5418000 h 5418000"/>
              <a:gd name="connsiteX4" fmla="*/ 0 w 2879560"/>
              <a:gd name="connsiteY4" fmla="*/ 5418000 h 5418000"/>
              <a:gd name="connsiteX5" fmla="*/ 0 w 2879560"/>
              <a:gd name="connsiteY5" fmla="*/ 0 h 5418000"/>
              <a:gd name="connsiteX6" fmla="*/ 179215 w 2879560"/>
              <a:gd name="connsiteY6" fmla="*/ 0 h 5418000"/>
              <a:gd name="connsiteX7" fmla="*/ 179215 w 2879560"/>
              <a:gd name="connsiteY7" fmla="*/ 366302 h 5418000"/>
              <a:gd name="connsiteX0" fmla="*/ 2700346 w 2879560"/>
              <a:gd name="connsiteY0" fmla="*/ 0 h 5418000"/>
              <a:gd name="connsiteX1" fmla="*/ 2879560 w 2879560"/>
              <a:gd name="connsiteY1" fmla="*/ 0 h 5418000"/>
              <a:gd name="connsiteX2" fmla="*/ 2879560 w 2879560"/>
              <a:gd name="connsiteY2" fmla="*/ 5418000 h 5418000"/>
              <a:gd name="connsiteX3" fmla="*/ 0 w 2879560"/>
              <a:gd name="connsiteY3" fmla="*/ 5418000 h 5418000"/>
              <a:gd name="connsiteX4" fmla="*/ 0 w 2879560"/>
              <a:gd name="connsiteY4" fmla="*/ 0 h 5418000"/>
              <a:gd name="connsiteX5" fmla="*/ 179215 w 2879560"/>
              <a:gd name="connsiteY5" fmla="*/ 0 h 5418000"/>
              <a:gd name="connsiteX6" fmla="*/ 179215 w 2879560"/>
              <a:gd name="connsiteY6" fmla="*/ 366302 h 5418000"/>
              <a:gd name="connsiteX0" fmla="*/ 2700346 w 2879560"/>
              <a:gd name="connsiteY0" fmla="*/ 0 h 5418000"/>
              <a:gd name="connsiteX1" fmla="*/ 2879560 w 2879560"/>
              <a:gd name="connsiteY1" fmla="*/ 0 h 5418000"/>
              <a:gd name="connsiteX2" fmla="*/ 2879560 w 2879560"/>
              <a:gd name="connsiteY2" fmla="*/ 5418000 h 5418000"/>
              <a:gd name="connsiteX3" fmla="*/ 0 w 2879560"/>
              <a:gd name="connsiteY3" fmla="*/ 5418000 h 5418000"/>
              <a:gd name="connsiteX4" fmla="*/ 0 w 2879560"/>
              <a:gd name="connsiteY4" fmla="*/ 0 h 5418000"/>
              <a:gd name="connsiteX5" fmla="*/ 179215 w 2879560"/>
              <a:gd name="connsiteY5" fmla="*/ 0 h 541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79560" h="5418000">
                <a:moveTo>
                  <a:pt x="2700346" y="0"/>
                </a:moveTo>
                <a:lnTo>
                  <a:pt x="2879560" y="0"/>
                </a:lnTo>
                <a:lnTo>
                  <a:pt x="2879560" y="5418000"/>
                </a:lnTo>
                <a:lnTo>
                  <a:pt x="0" y="5418000"/>
                </a:lnTo>
                <a:lnTo>
                  <a:pt x="0" y="0"/>
                </a:lnTo>
                <a:lnTo>
                  <a:pt x="179215" y="0"/>
                </a:lnTo>
              </a:path>
            </a:pathLst>
          </a:custGeom>
          <a:noFill/>
          <a:ln>
            <a:solidFill>
              <a:schemeClr val="accent6"/>
            </a:solidFill>
            <a:headEnd type="diamond"/>
            <a:tailEnd type="diamon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40DD56-3645-4CAC-A799-EB46A6AAC51E}"/>
              </a:ext>
            </a:extLst>
          </p:cNvPr>
          <p:cNvSpPr/>
          <p:nvPr userDrawn="1"/>
        </p:nvSpPr>
        <p:spPr>
          <a:xfrm>
            <a:off x="8918534" y="0"/>
            <a:ext cx="2211762" cy="1080000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FD7451B0-4AF9-40E1-AFCF-05D4F056CA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20000" y="720000"/>
            <a:ext cx="7498800" cy="5382000"/>
          </a:xfrm>
        </p:spPr>
        <p:txBody>
          <a:bodyPr anchor="ctr"/>
          <a:lstStyle>
            <a:lvl1pPr marL="0" indent="0" algn="ctr">
              <a:buNone/>
              <a:defRPr i="1"/>
            </a:lvl1pPr>
          </a:lstStyle>
          <a:p>
            <a:r>
              <a:rPr lang="en-US" dirty="0"/>
              <a:t>Insert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4014415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D493F5F-AC40-4F60-A0B1-577DF95C5348}"/>
              </a:ext>
            </a:extLst>
          </p:cNvPr>
          <p:cNvSpPr/>
          <p:nvPr userDrawn="1"/>
        </p:nvSpPr>
        <p:spPr>
          <a:xfrm>
            <a:off x="360000" y="360000"/>
            <a:ext cx="11473200" cy="613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40DD56-3645-4CAC-A799-EB46A6AAC51E}"/>
              </a:ext>
            </a:extLst>
          </p:cNvPr>
          <p:cNvSpPr/>
          <p:nvPr userDrawn="1"/>
        </p:nvSpPr>
        <p:spPr>
          <a:xfrm>
            <a:off x="1080000" y="0"/>
            <a:ext cx="2520000" cy="2304000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1F11B5-8838-43F4-B445-480FB80FCC73}"/>
              </a:ext>
            </a:extLst>
          </p:cNvPr>
          <p:cNvSpPr/>
          <p:nvPr userDrawn="1"/>
        </p:nvSpPr>
        <p:spPr>
          <a:xfrm>
            <a:off x="1080000" y="5760000"/>
            <a:ext cx="2520000" cy="1098000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B54312-8F47-47A2-B516-8177B8670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817" y="213691"/>
            <a:ext cx="2279373" cy="1858617"/>
          </a:xfrm>
        </p:spPr>
        <p:txBody>
          <a:bodyPr anchor="b">
            <a:normAutofit/>
          </a:bodyPr>
          <a:lstStyle>
            <a:lvl1pPr algn="ctr">
              <a:defRPr sz="3200" i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B61B44-10FA-428B-8BF8-C394F5615C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23D0DA-91AB-4EBB-8EB2-6AA2C48D51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282B3E-4E3B-4D3F-AC29-B6E963F9C7A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FD7451B0-4AF9-40E1-AFCF-05D4F056CA6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0000" y="2304000"/>
            <a:ext cx="2520000" cy="3454357"/>
          </a:xfrm>
        </p:spPr>
        <p:txBody>
          <a:bodyPr anchor="ctr"/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Your Picture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CE2A558-A752-4F84-96CD-9C73D34C3E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3563" y="2674144"/>
            <a:ext cx="6529387" cy="15097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Write something memorable…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1E4597-9A31-4A37-A907-D3F61EB7F82E}"/>
              </a:ext>
            </a:extLst>
          </p:cNvPr>
          <p:cNvSpPr/>
          <p:nvPr userDrawn="1"/>
        </p:nvSpPr>
        <p:spPr>
          <a:xfrm flipH="1">
            <a:off x="10768500" y="5395300"/>
            <a:ext cx="360000" cy="3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C246D3C-862F-4C73-8928-347E381A9763}"/>
              </a:ext>
            </a:extLst>
          </p:cNvPr>
          <p:cNvSpPr/>
          <p:nvPr userDrawn="1"/>
        </p:nvSpPr>
        <p:spPr>
          <a:xfrm>
            <a:off x="704386" y="713698"/>
            <a:ext cx="10767616" cy="5418000"/>
          </a:xfrm>
          <a:custGeom>
            <a:avLst/>
            <a:gdLst>
              <a:gd name="connsiteX0" fmla="*/ 0 w 10783231"/>
              <a:gd name="connsiteY0" fmla="*/ 0 h 5418000"/>
              <a:gd name="connsiteX1" fmla="*/ 97696 w 10783231"/>
              <a:gd name="connsiteY1" fmla="*/ 0 h 5418000"/>
              <a:gd name="connsiteX2" fmla="*/ 97696 w 10783231"/>
              <a:gd name="connsiteY2" fmla="*/ 1578240 h 5418000"/>
              <a:gd name="connsiteX3" fmla="*/ 3148264 w 10783231"/>
              <a:gd name="connsiteY3" fmla="*/ 1578240 h 5418000"/>
              <a:gd name="connsiteX4" fmla="*/ 3148264 w 10783231"/>
              <a:gd name="connsiteY4" fmla="*/ 0 h 5418000"/>
              <a:gd name="connsiteX5" fmla="*/ 10783231 w 10783231"/>
              <a:gd name="connsiteY5" fmla="*/ 0 h 5418000"/>
              <a:gd name="connsiteX6" fmla="*/ 10783231 w 10783231"/>
              <a:gd name="connsiteY6" fmla="*/ 5418000 h 5418000"/>
              <a:gd name="connsiteX7" fmla="*/ 0 w 10783231"/>
              <a:gd name="connsiteY7" fmla="*/ 5418000 h 5418000"/>
              <a:gd name="connsiteX0" fmla="*/ 3148264 w 10783231"/>
              <a:gd name="connsiteY0" fmla="*/ 1578240 h 5418000"/>
              <a:gd name="connsiteX1" fmla="*/ 3148264 w 10783231"/>
              <a:gd name="connsiteY1" fmla="*/ 0 h 5418000"/>
              <a:gd name="connsiteX2" fmla="*/ 10783231 w 10783231"/>
              <a:gd name="connsiteY2" fmla="*/ 0 h 5418000"/>
              <a:gd name="connsiteX3" fmla="*/ 10783231 w 10783231"/>
              <a:gd name="connsiteY3" fmla="*/ 5418000 h 5418000"/>
              <a:gd name="connsiteX4" fmla="*/ 0 w 10783231"/>
              <a:gd name="connsiteY4" fmla="*/ 5418000 h 5418000"/>
              <a:gd name="connsiteX5" fmla="*/ 0 w 10783231"/>
              <a:gd name="connsiteY5" fmla="*/ 0 h 5418000"/>
              <a:gd name="connsiteX6" fmla="*/ 97696 w 10783231"/>
              <a:gd name="connsiteY6" fmla="*/ 0 h 5418000"/>
              <a:gd name="connsiteX7" fmla="*/ 97696 w 10783231"/>
              <a:gd name="connsiteY7" fmla="*/ 1578240 h 5418000"/>
              <a:gd name="connsiteX8" fmla="*/ 3239704 w 10783231"/>
              <a:gd name="connsiteY8" fmla="*/ 1669680 h 5418000"/>
              <a:gd name="connsiteX0" fmla="*/ 3148264 w 10783231"/>
              <a:gd name="connsiteY0" fmla="*/ 1578240 h 5418000"/>
              <a:gd name="connsiteX1" fmla="*/ 3148264 w 10783231"/>
              <a:gd name="connsiteY1" fmla="*/ 0 h 5418000"/>
              <a:gd name="connsiteX2" fmla="*/ 10783231 w 10783231"/>
              <a:gd name="connsiteY2" fmla="*/ 0 h 5418000"/>
              <a:gd name="connsiteX3" fmla="*/ 10783231 w 10783231"/>
              <a:gd name="connsiteY3" fmla="*/ 5418000 h 5418000"/>
              <a:gd name="connsiteX4" fmla="*/ 0 w 10783231"/>
              <a:gd name="connsiteY4" fmla="*/ 5418000 h 5418000"/>
              <a:gd name="connsiteX5" fmla="*/ 0 w 10783231"/>
              <a:gd name="connsiteY5" fmla="*/ 0 h 5418000"/>
              <a:gd name="connsiteX6" fmla="*/ 97696 w 10783231"/>
              <a:gd name="connsiteY6" fmla="*/ 0 h 5418000"/>
              <a:gd name="connsiteX7" fmla="*/ 97696 w 10783231"/>
              <a:gd name="connsiteY7" fmla="*/ 1578240 h 5418000"/>
              <a:gd name="connsiteX0" fmla="*/ 3148264 w 10783231"/>
              <a:gd name="connsiteY0" fmla="*/ 0 h 5418000"/>
              <a:gd name="connsiteX1" fmla="*/ 10783231 w 10783231"/>
              <a:gd name="connsiteY1" fmla="*/ 0 h 5418000"/>
              <a:gd name="connsiteX2" fmla="*/ 10783231 w 10783231"/>
              <a:gd name="connsiteY2" fmla="*/ 5418000 h 5418000"/>
              <a:gd name="connsiteX3" fmla="*/ 0 w 10783231"/>
              <a:gd name="connsiteY3" fmla="*/ 5418000 h 5418000"/>
              <a:gd name="connsiteX4" fmla="*/ 0 w 10783231"/>
              <a:gd name="connsiteY4" fmla="*/ 0 h 5418000"/>
              <a:gd name="connsiteX5" fmla="*/ 97696 w 10783231"/>
              <a:gd name="connsiteY5" fmla="*/ 0 h 5418000"/>
              <a:gd name="connsiteX6" fmla="*/ 97696 w 10783231"/>
              <a:gd name="connsiteY6" fmla="*/ 1578240 h 5418000"/>
              <a:gd name="connsiteX0" fmla="*/ 3148264 w 10783231"/>
              <a:gd name="connsiteY0" fmla="*/ 0 h 5418000"/>
              <a:gd name="connsiteX1" fmla="*/ 10783231 w 10783231"/>
              <a:gd name="connsiteY1" fmla="*/ 0 h 5418000"/>
              <a:gd name="connsiteX2" fmla="*/ 10783231 w 10783231"/>
              <a:gd name="connsiteY2" fmla="*/ 5418000 h 5418000"/>
              <a:gd name="connsiteX3" fmla="*/ 0 w 10783231"/>
              <a:gd name="connsiteY3" fmla="*/ 5418000 h 5418000"/>
              <a:gd name="connsiteX4" fmla="*/ 0 w 10783231"/>
              <a:gd name="connsiteY4" fmla="*/ 0 h 5418000"/>
              <a:gd name="connsiteX5" fmla="*/ 97696 w 10783231"/>
              <a:gd name="connsiteY5" fmla="*/ 0 h 5418000"/>
              <a:gd name="connsiteX0" fmla="*/ 3148264 w 10783231"/>
              <a:gd name="connsiteY0" fmla="*/ 0 h 5418000"/>
              <a:gd name="connsiteX1" fmla="*/ 10783231 w 10783231"/>
              <a:gd name="connsiteY1" fmla="*/ 0 h 5418000"/>
              <a:gd name="connsiteX2" fmla="*/ 10783231 w 10783231"/>
              <a:gd name="connsiteY2" fmla="*/ 5418000 h 5418000"/>
              <a:gd name="connsiteX3" fmla="*/ 0 w 10783231"/>
              <a:gd name="connsiteY3" fmla="*/ 5418000 h 5418000"/>
              <a:gd name="connsiteX4" fmla="*/ 0 w 10783231"/>
              <a:gd name="connsiteY4" fmla="*/ 0 h 541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83231" h="5418000">
                <a:moveTo>
                  <a:pt x="3148264" y="0"/>
                </a:moveTo>
                <a:lnTo>
                  <a:pt x="10783231" y="0"/>
                </a:lnTo>
                <a:lnTo>
                  <a:pt x="10783231" y="5418000"/>
                </a:lnTo>
                <a:lnTo>
                  <a:pt x="0" y="541800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113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with Image and Author Na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86114-9098-435A-92ED-EB5C60A8594F}"/>
              </a:ext>
            </a:extLst>
          </p:cNvPr>
          <p:cNvSpPr/>
          <p:nvPr userDrawn="1"/>
        </p:nvSpPr>
        <p:spPr>
          <a:xfrm>
            <a:off x="360000" y="360000"/>
            <a:ext cx="11473200" cy="613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9A351EC-2A75-45E3-AAA9-061FE77125E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20000" y="720000"/>
            <a:ext cx="10753200" cy="5382000"/>
          </a:xfrm>
          <a:custGeom>
            <a:avLst/>
            <a:gdLst>
              <a:gd name="connsiteX0" fmla="*/ 7752000 w 10753200"/>
              <a:gd name="connsiteY0" fmla="*/ 0 h 5382000"/>
              <a:gd name="connsiteX1" fmla="*/ 10753200 w 10753200"/>
              <a:gd name="connsiteY1" fmla="*/ 0 h 5382000"/>
              <a:gd name="connsiteX2" fmla="*/ 10753200 w 10753200"/>
              <a:gd name="connsiteY2" fmla="*/ 5382000 h 5382000"/>
              <a:gd name="connsiteX3" fmla="*/ 7752000 w 10753200"/>
              <a:gd name="connsiteY3" fmla="*/ 5382000 h 5382000"/>
              <a:gd name="connsiteX4" fmla="*/ 0 w 10753200"/>
              <a:gd name="connsiteY4" fmla="*/ 0 h 5382000"/>
              <a:gd name="connsiteX5" fmla="*/ 3000000 w 10753200"/>
              <a:gd name="connsiteY5" fmla="*/ 0 h 5382000"/>
              <a:gd name="connsiteX6" fmla="*/ 3000000 w 10753200"/>
              <a:gd name="connsiteY6" fmla="*/ 5382000 h 5382000"/>
              <a:gd name="connsiteX7" fmla="*/ 0 w 10753200"/>
              <a:gd name="connsiteY7" fmla="*/ 5382000 h 538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53200" h="5382000">
                <a:moveTo>
                  <a:pt x="7752000" y="0"/>
                </a:moveTo>
                <a:lnTo>
                  <a:pt x="10753200" y="0"/>
                </a:lnTo>
                <a:lnTo>
                  <a:pt x="10753200" y="5382000"/>
                </a:lnTo>
                <a:lnTo>
                  <a:pt x="7752000" y="5382000"/>
                </a:lnTo>
                <a:close/>
                <a:moveTo>
                  <a:pt x="0" y="0"/>
                </a:moveTo>
                <a:lnTo>
                  <a:pt x="3000000" y="0"/>
                </a:lnTo>
                <a:lnTo>
                  <a:pt x="3000000" y="5382000"/>
                </a:lnTo>
                <a:lnTo>
                  <a:pt x="0" y="5382000"/>
                </a:lnTo>
                <a:close/>
              </a:path>
            </a:pathLst>
          </a:custGeom>
        </p:spPr>
        <p:txBody>
          <a:bodyPr wrap="square" lIns="360000" anchor="ctr">
            <a:noAutofit/>
          </a:bodyPr>
          <a:lstStyle>
            <a:lvl1pPr marL="0" indent="0" algn="l">
              <a:buNone/>
              <a:defRPr sz="1800" i="1"/>
            </a:lvl1pPr>
          </a:lstStyle>
          <a:p>
            <a:r>
              <a:rPr lang="en-US" dirty="0"/>
              <a:t>Insert Your Picture Here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3677EC-F535-460C-B8F2-2DE379673467}"/>
              </a:ext>
            </a:extLst>
          </p:cNvPr>
          <p:cNvSpPr/>
          <p:nvPr/>
        </p:nvSpPr>
        <p:spPr>
          <a:xfrm>
            <a:off x="3720000" y="359999"/>
            <a:ext cx="4752000" cy="6138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C0D9D9-BD9E-4496-B006-48F8564772EA}"/>
              </a:ext>
            </a:extLst>
          </p:cNvPr>
          <p:cNvSpPr/>
          <p:nvPr/>
        </p:nvSpPr>
        <p:spPr>
          <a:xfrm>
            <a:off x="4080000" y="711624"/>
            <a:ext cx="4032000" cy="5382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B97580-930D-4D78-B1CF-B3362065422C}"/>
              </a:ext>
            </a:extLst>
          </p:cNvPr>
          <p:cNvSpPr/>
          <p:nvPr/>
        </p:nvSpPr>
        <p:spPr>
          <a:xfrm flipH="1">
            <a:off x="11475311" y="360000"/>
            <a:ext cx="357889" cy="357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9B2250-3DBA-4931-BA35-E001AF48DACB}"/>
              </a:ext>
            </a:extLst>
          </p:cNvPr>
          <p:cNvSpPr/>
          <p:nvPr/>
        </p:nvSpPr>
        <p:spPr>
          <a:xfrm>
            <a:off x="5735688" y="5778000"/>
            <a:ext cx="720624" cy="1080000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4AC3B-AEEF-47EF-9226-CF64AC78260D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512000" y="924339"/>
            <a:ext cx="3168000" cy="3505580"/>
          </a:xfrm>
        </p:spPr>
        <p:txBody>
          <a:bodyPr lIns="0" tIns="0" rIns="0" bIns="0" anchor="b">
            <a:normAutofit/>
          </a:bodyPr>
          <a:lstStyle>
            <a:lvl1pPr algn="ctr">
              <a:lnSpc>
                <a:spcPct val="80000"/>
              </a:lnSpc>
              <a:defRPr sz="4000" i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BF959-E47C-478B-BD16-0D4D033531B8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512000" y="5166704"/>
            <a:ext cx="3168000" cy="76695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000" i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85E8A1-43CB-4B51-9B45-2010B5833B02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758FB8-19A9-47B1-8D16-FC78E7E2D1ED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BA282B3E-4E3B-4D3F-AC29-B6E963F9C7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134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029B8-590B-4709-B45D-CCE1274F1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9858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C8399-AFEE-4A79-9D20-853B44756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00526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9960140-2A2E-4503-8278-0345FDE319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D2181E-D15A-4350-A32F-D47DCEDEF4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282B3E-4E3B-4D3F-AC29-B6E963F9C7A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7DDFAA-3A73-4B3E-B81D-B1D2C1818390}"/>
              </a:ext>
            </a:extLst>
          </p:cNvPr>
          <p:cNvSpPr/>
          <p:nvPr userDrawn="1"/>
        </p:nvSpPr>
        <p:spPr>
          <a:xfrm>
            <a:off x="5735687" y="5778000"/>
            <a:ext cx="720625" cy="1080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9C2B09-A978-456B-A8F2-C766DA7A81D8}"/>
              </a:ext>
            </a:extLst>
          </p:cNvPr>
          <p:cNvSpPr/>
          <p:nvPr userDrawn="1"/>
        </p:nvSpPr>
        <p:spPr>
          <a:xfrm>
            <a:off x="5735688" y="0"/>
            <a:ext cx="720624" cy="1080000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283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87E81-20CC-4C8C-BB1D-A38B4DAD5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7CDCC-7A8F-411F-AD9C-3B24B0583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33D20-35D1-490A-BD78-47D062FBE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6B6B5F-82CD-40A1-8FD6-717BF4D105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A430C2-A8FB-4210-A7D3-AB7A97B87D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282B3E-4E3B-4D3F-AC29-B6E963F9C7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876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D959E-3051-49C8-AC81-F2B64A84F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7873"/>
            <a:ext cx="5157787" cy="7672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9537F1-D747-4E81-81B9-B5716EA59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44379-270F-4361-94CB-AD13F914E9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7873"/>
            <a:ext cx="5183188" cy="7672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0ECA14-4888-4C66-A15F-6B781D0741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0623264-E0F5-4AB3-B974-14E2E3B66D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0C66A2F-89F8-40C6-8391-D53AEF0DF7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282B3E-4E3B-4D3F-AC29-B6E963F9C7A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1072358-6CE0-4D6C-9CE9-35BFA6D1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42631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4096F10-4648-48FC-B20E-41DB833A838F}"/>
              </a:ext>
            </a:extLst>
          </p:cNvPr>
          <p:cNvSpPr/>
          <p:nvPr userDrawn="1"/>
        </p:nvSpPr>
        <p:spPr>
          <a:xfrm>
            <a:off x="360000" y="360000"/>
            <a:ext cx="11473200" cy="6138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C63F9B-C252-4EF8-A01A-4BA6640780A5}"/>
              </a:ext>
            </a:extLst>
          </p:cNvPr>
          <p:cNvSpPr/>
          <p:nvPr userDrawn="1"/>
        </p:nvSpPr>
        <p:spPr>
          <a:xfrm>
            <a:off x="4065847" y="0"/>
            <a:ext cx="4060307" cy="1836000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DF43FB-5D85-4CAC-94B0-3E2C9D518297}"/>
              </a:ext>
            </a:extLst>
          </p:cNvPr>
          <p:cNvSpPr/>
          <p:nvPr userDrawn="1"/>
        </p:nvSpPr>
        <p:spPr>
          <a:xfrm>
            <a:off x="4250406" y="5778000"/>
            <a:ext cx="3691188" cy="1080000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EF3112-D486-4882-BC48-3F7633328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860" y="360000"/>
            <a:ext cx="4015409" cy="1330688"/>
          </a:xfrm>
        </p:spPr>
        <p:txBody>
          <a:bodyPr anchor="b"/>
          <a:lstStyle>
            <a:lvl1pPr algn="ctr">
              <a:defRPr i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3C519-9032-4600-BB7F-55E3FE8507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AF790-447F-4F64-BFC2-EE7CB51D0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282B3E-4E3B-4D3F-AC29-B6E963F9C7A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9052014-F3D5-4680-A8B9-D47134B2BB0F}"/>
              </a:ext>
            </a:extLst>
          </p:cNvPr>
          <p:cNvSpPr/>
          <p:nvPr userDrawn="1"/>
        </p:nvSpPr>
        <p:spPr>
          <a:xfrm>
            <a:off x="720000" y="720000"/>
            <a:ext cx="10753200" cy="5382000"/>
          </a:xfrm>
          <a:custGeom>
            <a:avLst/>
            <a:gdLst>
              <a:gd name="connsiteX0" fmla="*/ 0 w 10753200"/>
              <a:gd name="connsiteY0" fmla="*/ 0 h 5382000"/>
              <a:gd name="connsiteX1" fmla="*/ 2946000 w 10753200"/>
              <a:gd name="connsiteY1" fmla="*/ 0 h 5382000"/>
              <a:gd name="connsiteX2" fmla="*/ 2946000 w 10753200"/>
              <a:gd name="connsiteY2" fmla="*/ 745624 h 5382000"/>
              <a:gd name="connsiteX3" fmla="*/ 7806000 w 10753200"/>
              <a:gd name="connsiteY3" fmla="*/ 745624 h 5382000"/>
              <a:gd name="connsiteX4" fmla="*/ 7806000 w 10753200"/>
              <a:gd name="connsiteY4" fmla="*/ 0 h 5382000"/>
              <a:gd name="connsiteX5" fmla="*/ 10753200 w 10753200"/>
              <a:gd name="connsiteY5" fmla="*/ 0 h 5382000"/>
              <a:gd name="connsiteX6" fmla="*/ 10753200 w 10753200"/>
              <a:gd name="connsiteY6" fmla="*/ 5382000 h 5382000"/>
              <a:gd name="connsiteX7" fmla="*/ 0 w 10753200"/>
              <a:gd name="connsiteY7" fmla="*/ 5382000 h 5382000"/>
              <a:gd name="connsiteX0" fmla="*/ 7806000 w 10753200"/>
              <a:gd name="connsiteY0" fmla="*/ 745624 h 5382000"/>
              <a:gd name="connsiteX1" fmla="*/ 7806000 w 10753200"/>
              <a:gd name="connsiteY1" fmla="*/ 0 h 5382000"/>
              <a:gd name="connsiteX2" fmla="*/ 10753200 w 10753200"/>
              <a:gd name="connsiteY2" fmla="*/ 0 h 5382000"/>
              <a:gd name="connsiteX3" fmla="*/ 10753200 w 10753200"/>
              <a:gd name="connsiteY3" fmla="*/ 5382000 h 5382000"/>
              <a:gd name="connsiteX4" fmla="*/ 0 w 10753200"/>
              <a:gd name="connsiteY4" fmla="*/ 5382000 h 5382000"/>
              <a:gd name="connsiteX5" fmla="*/ 0 w 10753200"/>
              <a:gd name="connsiteY5" fmla="*/ 0 h 5382000"/>
              <a:gd name="connsiteX6" fmla="*/ 2946000 w 10753200"/>
              <a:gd name="connsiteY6" fmla="*/ 0 h 5382000"/>
              <a:gd name="connsiteX7" fmla="*/ 2946000 w 10753200"/>
              <a:gd name="connsiteY7" fmla="*/ 745624 h 5382000"/>
              <a:gd name="connsiteX8" fmla="*/ 7897440 w 10753200"/>
              <a:gd name="connsiteY8" fmla="*/ 837064 h 5382000"/>
              <a:gd name="connsiteX0" fmla="*/ 7806000 w 10753200"/>
              <a:gd name="connsiteY0" fmla="*/ 745624 h 5382000"/>
              <a:gd name="connsiteX1" fmla="*/ 7806000 w 10753200"/>
              <a:gd name="connsiteY1" fmla="*/ 0 h 5382000"/>
              <a:gd name="connsiteX2" fmla="*/ 10753200 w 10753200"/>
              <a:gd name="connsiteY2" fmla="*/ 0 h 5382000"/>
              <a:gd name="connsiteX3" fmla="*/ 10753200 w 10753200"/>
              <a:gd name="connsiteY3" fmla="*/ 5382000 h 5382000"/>
              <a:gd name="connsiteX4" fmla="*/ 0 w 10753200"/>
              <a:gd name="connsiteY4" fmla="*/ 5382000 h 5382000"/>
              <a:gd name="connsiteX5" fmla="*/ 0 w 10753200"/>
              <a:gd name="connsiteY5" fmla="*/ 0 h 5382000"/>
              <a:gd name="connsiteX6" fmla="*/ 2946000 w 10753200"/>
              <a:gd name="connsiteY6" fmla="*/ 0 h 5382000"/>
              <a:gd name="connsiteX7" fmla="*/ 2946000 w 10753200"/>
              <a:gd name="connsiteY7" fmla="*/ 745624 h 5382000"/>
              <a:gd name="connsiteX0" fmla="*/ 7806000 w 10753200"/>
              <a:gd name="connsiteY0" fmla="*/ 0 h 5382000"/>
              <a:gd name="connsiteX1" fmla="*/ 10753200 w 10753200"/>
              <a:gd name="connsiteY1" fmla="*/ 0 h 5382000"/>
              <a:gd name="connsiteX2" fmla="*/ 10753200 w 10753200"/>
              <a:gd name="connsiteY2" fmla="*/ 5382000 h 5382000"/>
              <a:gd name="connsiteX3" fmla="*/ 0 w 10753200"/>
              <a:gd name="connsiteY3" fmla="*/ 5382000 h 5382000"/>
              <a:gd name="connsiteX4" fmla="*/ 0 w 10753200"/>
              <a:gd name="connsiteY4" fmla="*/ 0 h 5382000"/>
              <a:gd name="connsiteX5" fmla="*/ 2946000 w 10753200"/>
              <a:gd name="connsiteY5" fmla="*/ 0 h 5382000"/>
              <a:gd name="connsiteX6" fmla="*/ 2946000 w 10753200"/>
              <a:gd name="connsiteY6" fmla="*/ 745624 h 5382000"/>
              <a:gd name="connsiteX0" fmla="*/ 7806000 w 10753200"/>
              <a:gd name="connsiteY0" fmla="*/ 0 h 5382000"/>
              <a:gd name="connsiteX1" fmla="*/ 10753200 w 10753200"/>
              <a:gd name="connsiteY1" fmla="*/ 0 h 5382000"/>
              <a:gd name="connsiteX2" fmla="*/ 10753200 w 10753200"/>
              <a:gd name="connsiteY2" fmla="*/ 5382000 h 5382000"/>
              <a:gd name="connsiteX3" fmla="*/ 0 w 10753200"/>
              <a:gd name="connsiteY3" fmla="*/ 5382000 h 5382000"/>
              <a:gd name="connsiteX4" fmla="*/ 0 w 10753200"/>
              <a:gd name="connsiteY4" fmla="*/ 0 h 5382000"/>
              <a:gd name="connsiteX5" fmla="*/ 2946000 w 10753200"/>
              <a:gd name="connsiteY5" fmla="*/ 0 h 538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753200" h="5382000">
                <a:moveTo>
                  <a:pt x="7806000" y="0"/>
                </a:moveTo>
                <a:lnTo>
                  <a:pt x="10753200" y="0"/>
                </a:lnTo>
                <a:lnTo>
                  <a:pt x="10753200" y="5382000"/>
                </a:lnTo>
                <a:lnTo>
                  <a:pt x="0" y="5382000"/>
                </a:lnTo>
                <a:lnTo>
                  <a:pt x="0" y="0"/>
                </a:lnTo>
                <a:lnTo>
                  <a:pt x="2946000" y="0"/>
                </a:lnTo>
              </a:path>
            </a:pathLst>
          </a:custGeom>
          <a:noFill/>
          <a:ln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047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Top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4096F10-4648-48FC-B20E-41DB833A838F}"/>
              </a:ext>
            </a:extLst>
          </p:cNvPr>
          <p:cNvSpPr/>
          <p:nvPr userDrawn="1"/>
        </p:nvSpPr>
        <p:spPr>
          <a:xfrm>
            <a:off x="360000" y="360000"/>
            <a:ext cx="11473200" cy="613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C63F9B-C252-4EF8-A01A-4BA6640780A5}"/>
              </a:ext>
            </a:extLst>
          </p:cNvPr>
          <p:cNvSpPr/>
          <p:nvPr userDrawn="1"/>
        </p:nvSpPr>
        <p:spPr>
          <a:xfrm>
            <a:off x="4065847" y="0"/>
            <a:ext cx="4060307" cy="1836000"/>
          </a:xfrm>
          <a:prstGeom prst="rect">
            <a:avLst/>
          </a:prstGeom>
          <a:solidFill>
            <a:schemeClr val="accent5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DF43FB-5D85-4CAC-94B0-3E2C9D518297}"/>
              </a:ext>
            </a:extLst>
          </p:cNvPr>
          <p:cNvSpPr/>
          <p:nvPr userDrawn="1"/>
        </p:nvSpPr>
        <p:spPr>
          <a:xfrm>
            <a:off x="4250406" y="5778000"/>
            <a:ext cx="3691188" cy="1080000"/>
          </a:xfrm>
          <a:prstGeom prst="rect">
            <a:avLst/>
          </a:prstGeom>
          <a:solidFill>
            <a:schemeClr val="accent5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EF3112-D486-4882-BC48-3F7633328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860" y="360000"/>
            <a:ext cx="4015409" cy="1330688"/>
          </a:xfrm>
        </p:spPr>
        <p:txBody>
          <a:bodyPr anchor="b"/>
          <a:lstStyle>
            <a:lvl1pPr algn="ctr">
              <a:defRPr i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3C519-9032-4600-BB7F-55E3FE8507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AF790-447F-4F64-BFC2-EE7CB51D0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282B3E-4E3B-4D3F-AC29-B6E963F9C7A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9052014-F3D5-4680-A8B9-D47134B2BB0F}"/>
              </a:ext>
            </a:extLst>
          </p:cNvPr>
          <p:cNvSpPr/>
          <p:nvPr userDrawn="1"/>
        </p:nvSpPr>
        <p:spPr>
          <a:xfrm>
            <a:off x="720000" y="720000"/>
            <a:ext cx="10753200" cy="5382000"/>
          </a:xfrm>
          <a:custGeom>
            <a:avLst/>
            <a:gdLst>
              <a:gd name="connsiteX0" fmla="*/ 0 w 10753200"/>
              <a:gd name="connsiteY0" fmla="*/ 0 h 5382000"/>
              <a:gd name="connsiteX1" fmla="*/ 2946000 w 10753200"/>
              <a:gd name="connsiteY1" fmla="*/ 0 h 5382000"/>
              <a:gd name="connsiteX2" fmla="*/ 2946000 w 10753200"/>
              <a:gd name="connsiteY2" fmla="*/ 745624 h 5382000"/>
              <a:gd name="connsiteX3" fmla="*/ 7806000 w 10753200"/>
              <a:gd name="connsiteY3" fmla="*/ 745624 h 5382000"/>
              <a:gd name="connsiteX4" fmla="*/ 7806000 w 10753200"/>
              <a:gd name="connsiteY4" fmla="*/ 0 h 5382000"/>
              <a:gd name="connsiteX5" fmla="*/ 10753200 w 10753200"/>
              <a:gd name="connsiteY5" fmla="*/ 0 h 5382000"/>
              <a:gd name="connsiteX6" fmla="*/ 10753200 w 10753200"/>
              <a:gd name="connsiteY6" fmla="*/ 5382000 h 5382000"/>
              <a:gd name="connsiteX7" fmla="*/ 0 w 10753200"/>
              <a:gd name="connsiteY7" fmla="*/ 5382000 h 5382000"/>
              <a:gd name="connsiteX0" fmla="*/ 7806000 w 10753200"/>
              <a:gd name="connsiteY0" fmla="*/ 745624 h 5382000"/>
              <a:gd name="connsiteX1" fmla="*/ 7806000 w 10753200"/>
              <a:gd name="connsiteY1" fmla="*/ 0 h 5382000"/>
              <a:gd name="connsiteX2" fmla="*/ 10753200 w 10753200"/>
              <a:gd name="connsiteY2" fmla="*/ 0 h 5382000"/>
              <a:gd name="connsiteX3" fmla="*/ 10753200 w 10753200"/>
              <a:gd name="connsiteY3" fmla="*/ 5382000 h 5382000"/>
              <a:gd name="connsiteX4" fmla="*/ 0 w 10753200"/>
              <a:gd name="connsiteY4" fmla="*/ 5382000 h 5382000"/>
              <a:gd name="connsiteX5" fmla="*/ 0 w 10753200"/>
              <a:gd name="connsiteY5" fmla="*/ 0 h 5382000"/>
              <a:gd name="connsiteX6" fmla="*/ 2946000 w 10753200"/>
              <a:gd name="connsiteY6" fmla="*/ 0 h 5382000"/>
              <a:gd name="connsiteX7" fmla="*/ 2946000 w 10753200"/>
              <a:gd name="connsiteY7" fmla="*/ 745624 h 5382000"/>
              <a:gd name="connsiteX8" fmla="*/ 7897440 w 10753200"/>
              <a:gd name="connsiteY8" fmla="*/ 837064 h 5382000"/>
              <a:gd name="connsiteX0" fmla="*/ 7806000 w 10753200"/>
              <a:gd name="connsiteY0" fmla="*/ 745624 h 5382000"/>
              <a:gd name="connsiteX1" fmla="*/ 7806000 w 10753200"/>
              <a:gd name="connsiteY1" fmla="*/ 0 h 5382000"/>
              <a:gd name="connsiteX2" fmla="*/ 10753200 w 10753200"/>
              <a:gd name="connsiteY2" fmla="*/ 0 h 5382000"/>
              <a:gd name="connsiteX3" fmla="*/ 10753200 w 10753200"/>
              <a:gd name="connsiteY3" fmla="*/ 5382000 h 5382000"/>
              <a:gd name="connsiteX4" fmla="*/ 0 w 10753200"/>
              <a:gd name="connsiteY4" fmla="*/ 5382000 h 5382000"/>
              <a:gd name="connsiteX5" fmla="*/ 0 w 10753200"/>
              <a:gd name="connsiteY5" fmla="*/ 0 h 5382000"/>
              <a:gd name="connsiteX6" fmla="*/ 2946000 w 10753200"/>
              <a:gd name="connsiteY6" fmla="*/ 0 h 5382000"/>
              <a:gd name="connsiteX7" fmla="*/ 2946000 w 10753200"/>
              <a:gd name="connsiteY7" fmla="*/ 745624 h 5382000"/>
              <a:gd name="connsiteX0" fmla="*/ 7806000 w 10753200"/>
              <a:gd name="connsiteY0" fmla="*/ 0 h 5382000"/>
              <a:gd name="connsiteX1" fmla="*/ 10753200 w 10753200"/>
              <a:gd name="connsiteY1" fmla="*/ 0 h 5382000"/>
              <a:gd name="connsiteX2" fmla="*/ 10753200 w 10753200"/>
              <a:gd name="connsiteY2" fmla="*/ 5382000 h 5382000"/>
              <a:gd name="connsiteX3" fmla="*/ 0 w 10753200"/>
              <a:gd name="connsiteY3" fmla="*/ 5382000 h 5382000"/>
              <a:gd name="connsiteX4" fmla="*/ 0 w 10753200"/>
              <a:gd name="connsiteY4" fmla="*/ 0 h 5382000"/>
              <a:gd name="connsiteX5" fmla="*/ 2946000 w 10753200"/>
              <a:gd name="connsiteY5" fmla="*/ 0 h 5382000"/>
              <a:gd name="connsiteX6" fmla="*/ 2946000 w 10753200"/>
              <a:gd name="connsiteY6" fmla="*/ 745624 h 5382000"/>
              <a:gd name="connsiteX0" fmla="*/ 7806000 w 10753200"/>
              <a:gd name="connsiteY0" fmla="*/ 0 h 5382000"/>
              <a:gd name="connsiteX1" fmla="*/ 10753200 w 10753200"/>
              <a:gd name="connsiteY1" fmla="*/ 0 h 5382000"/>
              <a:gd name="connsiteX2" fmla="*/ 10753200 w 10753200"/>
              <a:gd name="connsiteY2" fmla="*/ 5382000 h 5382000"/>
              <a:gd name="connsiteX3" fmla="*/ 0 w 10753200"/>
              <a:gd name="connsiteY3" fmla="*/ 5382000 h 5382000"/>
              <a:gd name="connsiteX4" fmla="*/ 0 w 10753200"/>
              <a:gd name="connsiteY4" fmla="*/ 0 h 5382000"/>
              <a:gd name="connsiteX5" fmla="*/ 2946000 w 10753200"/>
              <a:gd name="connsiteY5" fmla="*/ 0 h 538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753200" h="5382000">
                <a:moveTo>
                  <a:pt x="7806000" y="0"/>
                </a:moveTo>
                <a:lnTo>
                  <a:pt x="10753200" y="0"/>
                </a:lnTo>
                <a:lnTo>
                  <a:pt x="10753200" y="5382000"/>
                </a:lnTo>
                <a:lnTo>
                  <a:pt x="0" y="5382000"/>
                </a:lnTo>
                <a:lnTo>
                  <a:pt x="0" y="0"/>
                </a:lnTo>
                <a:lnTo>
                  <a:pt x="2946000" y="0"/>
                </a:lnTo>
              </a:path>
            </a:pathLst>
          </a:custGeom>
          <a:noFill/>
          <a:ln>
            <a:solidFill>
              <a:schemeClr val="accent3"/>
            </a:solidFill>
            <a:headEnd type="diamond"/>
            <a:tailEnd type="diamon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904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 Left Light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107A34A-1BB3-4673-8E88-53D27CCD8A14}"/>
              </a:ext>
            </a:extLst>
          </p:cNvPr>
          <p:cNvSpPr/>
          <p:nvPr userDrawn="1"/>
        </p:nvSpPr>
        <p:spPr>
          <a:xfrm>
            <a:off x="360000" y="360000"/>
            <a:ext cx="11473200" cy="613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DF43FB-5D85-4CAC-94B0-3E2C9D518297}"/>
              </a:ext>
            </a:extLst>
          </p:cNvPr>
          <p:cNvSpPr/>
          <p:nvPr userDrawn="1"/>
        </p:nvSpPr>
        <p:spPr>
          <a:xfrm>
            <a:off x="0" y="2385000"/>
            <a:ext cx="720000" cy="2088000"/>
          </a:xfrm>
          <a:prstGeom prst="rect">
            <a:avLst/>
          </a:prstGeom>
          <a:solidFill>
            <a:schemeClr val="accent3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EF3112-D486-4882-BC48-3F7633328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851" y="2453081"/>
            <a:ext cx="4015409" cy="1330688"/>
          </a:xfrm>
        </p:spPr>
        <p:txBody>
          <a:bodyPr anchor="b"/>
          <a:lstStyle>
            <a:lvl1pPr algn="ctr">
              <a:defRPr i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3C519-9032-4600-BB7F-55E3FE8507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AF790-447F-4F64-BFC2-EE7CB51D0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282B3E-4E3B-4D3F-AC29-B6E963F9C7A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0DE010-77BA-4E35-97A1-A032049D87CB}"/>
              </a:ext>
            </a:extLst>
          </p:cNvPr>
          <p:cNvSpPr/>
          <p:nvPr userDrawn="1"/>
        </p:nvSpPr>
        <p:spPr>
          <a:xfrm>
            <a:off x="11112000" y="2385000"/>
            <a:ext cx="1080000" cy="2088000"/>
          </a:xfrm>
          <a:prstGeom prst="rect">
            <a:avLst/>
          </a:prstGeom>
          <a:solidFill>
            <a:schemeClr val="accent3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DA9AB89-FE71-4487-BE1F-7DA75DEB7CC3}"/>
              </a:ext>
            </a:extLst>
          </p:cNvPr>
          <p:cNvSpPr/>
          <p:nvPr userDrawn="1"/>
        </p:nvSpPr>
        <p:spPr>
          <a:xfrm rot="16200000">
            <a:off x="3387001" y="-1960199"/>
            <a:ext cx="5418000" cy="10778400"/>
          </a:xfrm>
          <a:custGeom>
            <a:avLst/>
            <a:gdLst>
              <a:gd name="connsiteX0" fmla="*/ 0 w 10767616"/>
              <a:gd name="connsiteY0" fmla="*/ 0 h 5418000"/>
              <a:gd name="connsiteX1" fmla="*/ 2921260 w 10767616"/>
              <a:gd name="connsiteY1" fmla="*/ 0 h 5418000"/>
              <a:gd name="connsiteX2" fmla="*/ 2921260 w 10767616"/>
              <a:gd name="connsiteY2" fmla="*/ 246371 h 5418000"/>
              <a:gd name="connsiteX3" fmla="*/ 7861969 w 10767616"/>
              <a:gd name="connsiteY3" fmla="*/ 246371 h 5418000"/>
              <a:gd name="connsiteX4" fmla="*/ 7861969 w 10767616"/>
              <a:gd name="connsiteY4" fmla="*/ 0 h 5418000"/>
              <a:gd name="connsiteX5" fmla="*/ 10767616 w 10767616"/>
              <a:gd name="connsiteY5" fmla="*/ 0 h 5418000"/>
              <a:gd name="connsiteX6" fmla="*/ 10767616 w 10767616"/>
              <a:gd name="connsiteY6" fmla="*/ 5418000 h 5418000"/>
              <a:gd name="connsiteX7" fmla="*/ 0 w 10767616"/>
              <a:gd name="connsiteY7" fmla="*/ 5418000 h 5418000"/>
              <a:gd name="connsiteX0" fmla="*/ 7861969 w 10767616"/>
              <a:gd name="connsiteY0" fmla="*/ 246371 h 5418000"/>
              <a:gd name="connsiteX1" fmla="*/ 7861969 w 10767616"/>
              <a:gd name="connsiteY1" fmla="*/ 0 h 5418000"/>
              <a:gd name="connsiteX2" fmla="*/ 10767616 w 10767616"/>
              <a:gd name="connsiteY2" fmla="*/ 0 h 5418000"/>
              <a:gd name="connsiteX3" fmla="*/ 10767616 w 10767616"/>
              <a:gd name="connsiteY3" fmla="*/ 5418000 h 5418000"/>
              <a:gd name="connsiteX4" fmla="*/ 0 w 10767616"/>
              <a:gd name="connsiteY4" fmla="*/ 5418000 h 5418000"/>
              <a:gd name="connsiteX5" fmla="*/ 0 w 10767616"/>
              <a:gd name="connsiteY5" fmla="*/ 0 h 5418000"/>
              <a:gd name="connsiteX6" fmla="*/ 2921260 w 10767616"/>
              <a:gd name="connsiteY6" fmla="*/ 0 h 5418000"/>
              <a:gd name="connsiteX7" fmla="*/ 2921260 w 10767616"/>
              <a:gd name="connsiteY7" fmla="*/ 246371 h 5418000"/>
              <a:gd name="connsiteX8" fmla="*/ 7953409 w 10767616"/>
              <a:gd name="connsiteY8" fmla="*/ 337811 h 5418000"/>
              <a:gd name="connsiteX0" fmla="*/ 7861969 w 10767616"/>
              <a:gd name="connsiteY0" fmla="*/ 246371 h 5418000"/>
              <a:gd name="connsiteX1" fmla="*/ 7861969 w 10767616"/>
              <a:gd name="connsiteY1" fmla="*/ 0 h 5418000"/>
              <a:gd name="connsiteX2" fmla="*/ 10767616 w 10767616"/>
              <a:gd name="connsiteY2" fmla="*/ 0 h 5418000"/>
              <a:gd name="connsiteX3" fmla="*/ 10767616 w 10767616"/>
              <a:gd name="connsiteY3" fmla="*/ 5418000 h 5418000"/>
              <a:gd name="connsiteX4" fmla="*/ 0 w 10767616"/>
              <a:gd name="connsiteY4" fmla="*/ 5418000 h 5418000"/>
              <a:gd name="connsiteX5" fmla="*/ 0 w 10767616"/>
              <a:gd name="connsiteY5" fmla="*/ 0 h 5418000"/>
              <a:gd name="connsiteX6" fmla="*/ 2921260 w 10767616"/>
              <a:gd name="connsiteY6" fmla="*/ 0 h 5418000"/>
              <a:gd name="connsiteX7" fmla="*/ 2921260 w 10767616"/>
              <a:gd name="connsiteY7" fmla="*/ 246371 h 5418000"/>
              <a:gd name="connsiteX0" fmla="*/ 7861969 w 10767616"/>
              <a:gd name="connsiteY0" fmla="*/ 0 h 5418000"/>
              <a:gd name="connsiteX1" fmla="*/ 10767616 w 10767616"/>
              <a:gd name="connsiteY1" fmla="*/ 0 h 5418000"/>
              <a:gd name="connsiteX2" fmla="*/ 10767616 w 10767616"/>
              <a:gd name="connsiteY2" fmla="*/ 5418000 h 5418000"/>
              <a:gd name="connsiteX3" fmla="*/ 0 w 10767616"/>
              <a:gd name="connsiteY3" fmla="*/ 5418000 h 5418000"/>
              <a:gd name="connsiteX4" fmla="*/ 0 w 10767616"/>
              <a:gd name="connsiteY4" fmla="*/ 0 h 5418000"/>
              <a:gd name="connsiteX5" fmla="*/ 2921260 w 10767616"/>
              <a:gd name="connsiteY5" fmla="*/ 0 h 5418000"/>
              <a:gd name="connsiteX6" fmla="*/ 2921260 w 10767616"/>
              <a:gd name="connsiteY6" fmla="*/ 246371 h 5418000"/>
              <a:gd name="connsiteX0" fmla="*/ 7861969 w 10767616"/>
              <a:gd name="connsiteY0" fmla="*/ 0 h 5418000"/>
              <a:gd name="connsiteX1" fmla="*/ 10767616 w 10767616"/>
              <a:gd name="connsiteY1" fmla="*/ 0 h 5418000"/>
              <a:gd name="connsiteX2" fmla="*/ 10767616 w 10767616"/>
              <a:gd name="connsiteY2" fmla="*/ 5418000 h 5418000"/>
              <a:gd name="connsiteX3" fmla="*/ 0 w 10767616"/>
              <a:gd name="connsiteY3" fmla="*/ 5418000 h 5418000"/>
              <a:gd name="connsiteX4" fmla="*/ 0 w 10767616"/>
              <a:gd name="connsiteY4" fmla="*/ 0 h 5418000"/>
              <a:gd name="connsiteX5" fmla="*/ 2921260 w 10767616"/>
              <a:gd name="connsiteY5" fmla="*/ 0 h 541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767616" h="5418000">
                <a:moveTo>
                  <a:pt x="7861969" y="0"/>
                </a:moveTo>
                <a:lnTo>
                  <a:pt x="10767616" y="0"/>
                </a:lnTo>
                <a:lnTo>
                  <a:pt x="10767616" y="5418000"/>
                </a:lnTo>
                <a:lnTo>
                  <a:pt x="0" y="5418000"/>
                </a:lnTo>
                <a:lnTo>
                  <a:pt x="0" y="0"/>
                </a:lnTo>
                <a:lnTo>
                  <a:pt x="2921260" y="0"/>
                </a:lnTo>
              </a:path>
            </a:pathLst>
          </a:custGeom>
          <a:noFill/>
          <a:ln>
            <a:solidFill>
              <a:schemeClr val="accent4"/>
            </a:solidFill>
            <a:headEnd type="diamond"/>
            <a:tailEnd type="diamon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B0C100-97B0-4EEE-B661-715650D5E826}"/>
              </a:ext>
            </a:extLst>
          </p:cNvPr>
          <p:cNvSpPr/>
          <p:nvPr userDrawn="1"/>
        </p:nvSpPr>
        <p:spPr>
          <a:xfrm flipH="1">
            <a:off x="706800" y="5778001"/>
            <a:ext cx="360000" cy="3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6851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 Right L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107A34A-1BB3-4673-8E88-53D27CCD8A14}"/>
              </a:ext>
            </a:extLst>
          </p:cNvPr>
          <p:cNvSpPr/>
          <p:nvPr userDrawn="1"/>
        </p:nvSpPr>
        <p:spPr>
          <a:xfrm>
            <a:off x="360000" y="360000"/>
            <a:ext cx="11473200" cy="613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DF43FB-5D85-4CAC-94B0-3E2C9D518297}"/>
              </a:ext>
            </a:extLst>
          </p:cNvPr>
          <p:cNvSpPr/>
          <p:nvPr userDrawn="1"/>
        </p:nvSpPr>
        <p:spPr>
          <a:xfrm>
            <a:off x="0" y="2385000"/>
            <a:ext cx="360000" cy="2088000"/>
          </a:xfrm>
          <a:prstGeom prst="rect">
            <a:avLst/>
          </a:prstGeom>
          <a:solidFill>
            <a:schemeClr val="accent3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EF3112-D486-4882-BC48-3F7633328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8590" y="2453081"/>
            <a:ext cx="4015409" cy="1330688"/>
          </a:xfrm>
        </p:spPr>
        <p:txBody>
          <a:bodyPr anchor="b"/>
          <a:lstStyle>
            <a:lvl1pPr algn="ctr">
              <a:defRPr i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3C519-9032-4600-BB7F-55E3FE8507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AF790-447F-4F64-BFC2-EE7CB51D0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282B3E-4E3B-4D3F-AC29-B6E963F9C7A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0DE010-77BA-4E35-97A1-A032049D87CB}"/>
              </a:ext>
            </a:extLst>
          </p:cNvPr>
          <p:cNvSpPr/>
          <p:nvPr userDrawn="1"/>
        </p:nvSpPr>
        <p:spPr>
          <a:xfrm>
            <a:off x="11471998" y="2385000"/>
            <a:ext cx="720001" cy="2088000"/>
          </a:xfrm>
          <a:prstGeom prst="rect">
            <a:avLst/>
          </a:prstGeom>
          <a:solidFill>
            <a:schemeClr val="accent3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DA9AB89-FE71-4487-BE1F-7DA75DEB7CC3}"/>
              </a:ext>
            </a:extLst>
          </p:cNvPr>
          <p:cNvSpPr/>
          <p:nvPr userDrawn="1"/>
        </p:nvSpPr>
        <p:spPr>
          <a:xfrm rot="5400000" flipH="1">
            <a:off x="3387001" y="-1960199"/>
            <a:ext cx="5418000" cy="10778400"/>
          </a:xfrm>
          <a:custGeom>
            <a:avLst/>
            <a:gdLst>
              <a:gd name="connsiteX0" fmla="*/ 0 w 10767616"/>
              <a:gd name="connsiteY0" fmla="*/ 0 h 5418000"/>
              <a:gd name="connsiteX1" fmla="*/ 2921260 w 10767616"/>
              <a:gd name="connsiteY1" fmla="*/ 0 h 5418000"/>
              <a:gd name="connsiteX2" fmla="*/ 2921260 w 10767616"/>
              <a:gd name="connsiteY2" fmla="*/ 246371 h 5418000"/>
              <a:gd name="connsiteX3" fmla="*/ 7861969 w 10767616"/>
              <a:gd name="connsiteY3" fmla="*/ 246371 h 5418000"/>
              <a:gd name="connsiteX4" fmla="*/ 7861969 w 10767616"/>
              <a:gd name="connsiteY4" fmla="*/ 0 h 5418000"/>
              <a:gd name="connsiteX5" fmla="*/ 10767616 w 10767616"/>
              <a:gd name="connsiteY5" fmla="*/ 0 h 5418000"/>
              <a:gd name="connsiteX6" fmla="*/ 10767616 w 10767616"/>
              <a:gd name="connsiteY6" fmla="*/ 5418000 h 5418000"/>
              <a:gd name="connsiteX7" fmla="*/ 0 w 10767616"/>
              <a:gd name="connsiteY7" fmla="*/ 5418000 h 5418000"/>
              <a:gd name="connsiteX0" fmla="*/ 7861969 w 10767616"/>
              <a:gd name="connsiteY0" fmla="*/ 246371 h 5418000"/>
              <a:gd name="connsiteX1" fmla="*/ 7861969 w 10767616"/>
              <a:gd name="connsiteY1" fmla="*/ 0 h 5418000"/>
              <a:gd name="connsiteX2" fmla="*/ 10767616 w 10767616"/>
              <a:gd name="connsiteY2" fmla="*/ 0 h 5418000"/>
              <a:gd name="connsiteX3" fmla="*/ 10767616 w 10767616"/>
              <a:gd name="connsiteY3" fmla="*/ 5418000 h 5418000"/>
              <a:gd name="connsiteX4" fmla="*/ 0 w 10767616"/>
              <a:gd name="connsiteY4" fmla="*/ 5418000 h 5418000"/>
              <a:gd name="connsiteX5" fmla="*/ 0 w 10767616"/>
              <a:gd name="connsiteY5" fmla="*/ 0 h 5418000"/>
              <a:gd name="connsiteX6" fmla="*/ 2921260 w 10767616"/>
              <a:gd name="connsiteY6" fmla="*/ 0 h 5418000"/>
              <a:gd name="connsiteX7" fmla="*/ 2921260 w 10767616"/>
              <a:gd name="connsiteY7" fmla="*/ 246371 h 5418000"/>
              <a:gd name="connsiteX8" fmla="*/ 7953409 w 10767616"/>
              <a:gd name="connsiteY8" fmla="*/ 337811 h 5418000"/>
              <a:gd name="connsiteX0" fmla="*/ 7861969 w 10767616"/>
              <a:gd name="connsiteY0" fmla="*/ 246371 h 5418000"/>
              <a:gd name="connsiteX1" fmla="*/ 7861969 w 10767616"/>
              <a:gd name="connsiteY1" fmla="*/ 0 h 5418000"/>
              <a:gd name="connsiteX2" fmla="*/ 10767616 w 10767616"/>
              <a:gd name="connsiteY2" fmla="*/ 0 h 5418000"/>
              <a:gd name="connsiteX3" fmla="*/ 10767616 w 10767616"/>
              <a:gd name="connsiteY3" fmla="*/ 5418000 h 5418000"/>
              <a:gd name="connsiteX4" fmla="*/ 0 w 10767616"/>
              <a:gd name="connsiteY4" fmla="*/ 5418000 h 5418000"/>
              <a:gd name="connsiteX5" fmla="*/ 0 w 10767616"/>
              <a:gd name="connsiteY5" fmla="*/ 0 h 5418000"/>
              <a:gd name="connsiteX6" fmla="*/ 2921260 w 10767616"/>
              <a:gd name="connsiteY6" fmla="*/ 0 h 5418000"/>
              <a:gd name="connsiteX7" fmla="*/ 2921260 w 10767616"/>
              <a:gd name="connsiteY7" fmla="*/ 246371 h 5418000"/>
              <a:gd name="connsiteX0" fmla="*/ 7861969 w 10767616"/>
              <a:gd name="connsiteY0" fmla="*/ 0 h 5418000"/>
              <a:gd name="connsiteX1" fmla="*/ 10767616 w 10767616"/>
              <a:gd name="connsiteY1" fmla="*/ 0 h 5418000"/>
              <a:gd name="connsiteX2" fmla="*/ 10767616 w 10767616"/>
              <a:gd name="connsiteY2" fmla="*/ 5418000 h 5418000"/>
              <a:gd name="connsiteX3" fmla="*/ 0 w 10767616"/>
              <a:gd name="connsiteY3" fmla="*/ 5418000 h 5418000"/>
              <a:gd name="connsiteX4" fmla="*/ 0 w 10767616"/>
              <a:gd name="connsiteY4" fmla="*/ 0 h 5418000"/>
              <a:gd name="connsiteX5" fmla="*/ 2921260 w 10767616"/>
              <a:gd name="connsiteY5" fmla="*/ 0 h 5418000"/>
              <a:gd name="connsiteX6" fmla="*/ 2921260 w 10767616"/>
              <a:gd name="connsiteY6" fmla="*/ 246371 h 5418000"/>
              <a:gd name="connsiteX0" fmla="*/ 7861969 w 10767616"/>
              <a:gd name="connsiteY0" fmla="*/ 0 h 5418000"/>
              <a:gd name="connsiteX1" fmla="*/ 10767616 w 10767616"/>
              <a:gd name="connsiteY1" fmla="*/ 0 h 5418000"/>
              <a:gd name="connsiteX2" fmla="*/ 10767616 w 10767616"/>
              <a:gd name="connsiteY2" fmla="*/ 5418000 h 5418000"/>
              <a:gd name="connsiteX3" fmla="*/ 0 w 10767616"/>
              <a:gd name="connsiteY3" fmla="*/ 5418000 h 5418000"/>
              <a:gd name="connsiteX4" fmla="*/ 0 w 10767616"/>
              <a:gd name="connsiteY4" fmla="*/ 0 h 5418000"/>
              <a:gd name="connsiteX5" fmla="*/ 2921260 w 10767616"/>
              <a:gd name="connsiteY5" fmla="*/ 0 h 541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767616" h="5418000">
                <a:moveTo>
                  <a:pt x="7861969" y="0"/>
                </a:moveTo>
                <a:lnTo>
                  <a:pt x="10767616" y="0"/>
                </a:lnTo>
                <a:lnTo>
                  <a:pt x="10767616" y="5418000"/>
                </a:lnTo>
                <a:lnTo>
                  <a:pt x="0" y="5418000"/>
                </a:lnTo>
                <a:lnTo>
                  <a:pt x="0" y="0"/>
                </a:lnTo>
                <a:lnTo>
                  <a:pt x="2921260" y="0"/>
                </a:lnTo>
              </a:path>
            </a:pathLst>
          </a:custGeom>
          <a:noFill/>
          <a:ln>
            <a:solidFill>
              <a:schemeClr val="accent4"/>
            </a:solidFill>
            <a:headEnd type="diamond"/>
            <a:tailEnd type="diamon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CF587A-B161-455A-8783-631E82DF3D52}"/>
              </a:ext>
            </a:extLst>
          </p:cNvPr>
          <p:cNvSpPr/>
          <p:nvPr userDrawn="1"/>
        </p:nvSpPr>
        <p:spPr>
          <a:xfrm flipH="1">
            <a:off x="11125201" y="720000"/>
            <a:ext cx="360000" cy="36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1986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 Left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107A34A-1BB3-4673-8E88-53D27CCD8A14}"/>
              </a:ext>
            </a:extLst>
          </p:cNvPr>
          <p:cNvSpPr/>
          <p:nvPr userDrawn="1"/>
        </p:nvSpPr>
        <p:spPr>
          <a:xfrm>
            <a:off x="360000" y="360000"/>
            <a:ext cx="11473200" cy="613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DF43FB-5D85-4CAC-94B0-3E2C9D518297}"/>
              </a:ext>
            </a:extLst>
          </p:cNvPr>
          <p:cNvSpPr/>
          <p:nvPr userDrawn="1"/>
        </p:nvSpPr>
        <p:spPr>
          <a:xfrm>
            <a:off x="0" y="2385000"/>
            <a:ext cx="720000" cy="2088000"/>
          </a:xfrm>
          <a:prstGeom prst="rect">
            <a:avLst/>
          </a:prstGeom>
          <a:solidFill>
            <a:schemeClr val="accent3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EF3112-D486-4882-BC48-3F7633328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851" y="2453081"/>
            <a:ext cx="4015409" cy="1330688"/>
          </a:xfrm>
        </p:spPr>
        <p:txBody>
          <a:bodyPr anchor="b"/>
          <a:lstStyle>
            <a:lvl1pPr algn="ctr">
              <a:defRPr i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3C519-9032-4600-BB7F-55E3FE8507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AF790-447F-4F64-BFC2-EE7CB51D09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282B3E-4E3B-4D3F-AC29-B6E963F9C7A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0DE010-77BA-4E35-97A1-A032049D87CB}"/>
              </a:ext>
            </a:extLst>
          </p:cNvPr>
          <p:cNvSpPr/>
          <p:nvPr userDrawn="1"/>
        </p:nvSpPr>
        <p:spPr>
          <a:xfrm>
            <a:off x="11112000" y="2385000"/>
            <a:ext cx="1080000" cy="2088000"/>
          </a:xfrm>
          <a:prstGeom prst="rect">
            <a:avLst/>
          </a:prstGeom>
          <a:solidFill>
            <a:schemeClr val="accent3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DA9AB89-FE71-4487-BE1F-7DA75DEB7CC3}"/>
              </a:ext>
            </a:extLst>
          </p:cNvPr>
          <p:cNvSpPr/>
          <p:nvPr userDrawn="1"/>
        </p:nvSpPr>
        <p:spPr>
          <a:xfrm rot="16200000">
            <a:off x="3387001" y="-1960199"/>
            <a:ext cx="5418000" cy="10778400"/>
          </a:xfrm>
          <a:custGeom>
            <a:avLst/>
            <a:gdLst>
              <a:gd name="connsiteX0" fmla="*/ 0 w 10767616"/>
              <a:gd name="connsiteY0" fmla="*/ 0 h 5418000"/>
              <a:gd name="connsiteX1" fmla="*/ 2921260 w 10767616"/>
              <a:gd name="connsiteY1" fmla="*/ 0 h 5418000"/>
              <a:gd name="connsiteX2" fmla="*/ 2921260 w 10767616"/>
              <a:gd name="connsiteY2" fmla="*/ 246371 h 5418000"/>
              <a:gd name="connsiteX3" fmla="*/ 7861969 w 10767616"/>
              <a:gd name="connsiteY3" fmla="*/ 246371 h 5418000"/>
              <a:gd name="connsiteX4" fmla="*/ 7861969 w 10767616"/>
              <a:gd name="connsiteY4" fmla="*/ 0 h 5418000"/>
              <a:gd name="connsiteX5" fmla="*/ 10767616 w 10767616"/>
              <a:gd name="connsiteY5" fmla="*/ 0 h 5418000"/>
              <a:gd name="connsiteX6" fmla="*/ 10767616 w 10767616"/>
              <a:gd name="connsiteY6" fmla="*/ 5418000 h 5418000"/>
              <a:gd name="connsiteX7" fmla="*/ 0 w 10767616"/>
              <a:gd name="connsiteY7" fmla="*/ 5418000 h 5418000"/>
              <a:gd name="connsiteX0" fmla="*/ 7861969 w 10767616"/>
              <a:gd name="connsiteY0" fmla="*/ 246371 h 5418000"/>
              <a:gd name="connsiteX1" fmla="*/ 7861969 w 10767616"/>
              <a:gd name="connsiteY1" fmla="*/ 0 h 5418000"/>
              <a:gd name="connsiteX2" fmla="*/ 10767616 w 10767616"/>
              <a:gd name="connsiteY2" fmla="*/ 0 h 5418000"/>
              <a:gd name="connsiteX3" fmla="*/ 10767616 w 10767616"/>
              <a:gd name="connsiteY3" fmla="*/ 5418000 h 5418000"/>
              <a:gd name="connsiteX4" fmla="*/ 0 w 10767616"/>
              <a:gd name="connsiteY4" fmla="*/ 5418000 h 5418000"/>
              <a:gd name="connsiteX5" fmla="*/ 0 w 10767616"/>
              <a:gd name="connsiteY5" fmla="*/ 0 h 5418000"/>
              <a:gd name="connsiteX6" fmla="*/ 2921260 w 10767616"/>
              <a:gd name="connsiteY6" fmla="*/ 0 h 5418000"/>
              <a:gd name="connsiteX7" fmla="*/ 2921260 w 10767616"/>
              <a:gd name="connsiteY7" fmla="*/ 246371 h 5418000"/>
              <a:gd name="connsiteX8" fmla="*/ 7953409 w 10767616"/>
              <a:gd name="connsiteY8" fmla="*/ 337811 h 5418000"/>
              <a:gd name="connsiteX0" fmla="*/ 7861969 w 10767616"/>
              <a:gd name="connsiteY0" fmla="*/ 246371 h 5418000"/>
              <a:gd name="connsiteX1" fmla="*/ 7861969 w 10767616"/>
              <a:gd name="connsiteY1" fmla="*/ 0 h 5418000"/>
              <a:gd name="connsiteX2" fmla="*/ 10767616 w 10767616"/>
              <a:gd name="connsiteY2" fmla="*/ 0 h 5418000"/>
              <a:gd name="connsiteX3" fmla="*/ 10767616 w 10767616"/>
              <a:gd name="connsiteY3" fmla="*/ 5418000 h 5418000"/>
              <a:gd name="connsiteX4" fmla="*/ 0 w 10767616"/>
              <a:gd name="connsiteY4" fmla="*/ 5418000 h 5418000"/>
              <a:gd name="connsiteX5" fmla="*/ 0 w 10767616"/>
              <a:gd name="connsiteY5" fmla="*/ 0 h 5418000"/>
              <a:gd name="connsiteX6" fmla="*/ 2921260 w 10767616"/>
              <a:gd name="connsiteY6" fmla="*/ 0 h 5418000"/>
              <a:gd name="connsiteX7" fmla="*/ 2921260 w 10767616"/>
              <a:gd name="connsiteY7" fmla="*/ 246371 h 5418000"/>
              <a:gd name="connsiteX0" fmla="*/ 7861969 w 10767616"/>
              <a:gd name="connsiteY0" fmla="*/ 0 h 5418000"/>
              <a:gd name="connsiteX1" fmla="*/ 10767616 w 10767616"/>
              <a:gd name="connsiteY1" fmla="*/ 0 h 5418000"/>
              <a:gd name="connsiteX2" fmla="*/ 10767616 w 10767616"/>
              <a:gd name="connsiteY2" fmla="*/ 5418000 h 5418000"/>
              <a:gd name="connsiteX3" fmla="*/ 0 w 10767616"/>
              <a:gd name="connsiteY3" fmla="*/ 5418000 h 5418000"/>
              <a:gd name="connsiteX4" fmla="*/ 0 w 10767616"/>
              <a:gd name="connsiteY4" fmla="*/ 0 h 5418000"/>
              <a:gd name="connsiteX5" fmla="*/ 2921260 w 10767616"/>
              <a:gd name="connsiteY5" fmla="*/ 0 h 5418000"/>
              <a:gd name="connsiteX6" fmla="*/ 2921260 w 10767616"/>
              <a:gd name="connsiteY6" fmla="*/ 246371 h 5418000"/>
              <a:gd name="connsiteX0" fmla="*/ 7861969 w 10767616"/>
              <a:gd name="connsiteY0" fmla="*/ 0 h 5418000"/>
              <a:gd name="connsiteX1" fmla="*/ 10767616 w 10767616"/>
              <a:gd name="connsiteY1" fmla="*/ 0 h 5418000"/>
              <a:gd name="connsiteX2" fmla="*/ 10767616 w 10767616"/>
              <a:gd name="connsiteY2" fmla="*/ 5418000 h 5418000"/>
              <a:gd name="connsiteX3" fmla="*/ 0 w 10767616"/>
              <a:gd name="connsiteY3" fmla="*/ 5418000 h 5418000"/>
              <a:gd name="connsiteX4" fmla="*/ 0 w 10767616"/>
              <a:gd name="connsiteY4" fmla="*/ 0 h 5418000"/>
              <a:gd name="connsiteX5" fmla="*/ 2921260 w 10767616"/>
              <a:gd name="connsiteY5" fmla="*/ 0 h 541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767616" h="5418000">
                <a:moveTo>
                  <a:pt x="7861969" y="0"/>
                </a:moveTo>
                <a:lnTo>
                  <a:pt x="10767616" y="0"/>
                </a:lnTo>
                <a:lnTo>
                  <a:pt x="10767616" y="5418000"/>
                </a:lnTo>
                <a:lnTo>
                  <a:pt x="0" y="5418000"/>
                </a:lnTo>
                <a:lnTo>
                  <a:pt x="0" y="0"/>
                </a:lnTo>
                <a:lnTo>
                  <a:pt x="2921260" y="0"/>
                </a:lnTo>
              </a:path>
            </a:pathLst>
          </a:custGeom>
          <a:noFill/>
          <a:ln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B0C100-97B0-4EEE-B661-715650D5E826}"/>
              </a:ext>
            </a:extLst>
          </p:cNvPr>
          <p:cNvSpPr/>
          <p:nvPr userDrawn="1"/>
        </p:nvSpPr>
        <p:spPr>
          <a:xfrm flipH="1">
            <a:off x="706800" y="5778001"/>
            <a:ext cx="360000" cy="3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048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D9373E7-96AD-4D3A-89FC-75B37BB2C87B}"/>
              </a:ext>
            </a:extLst>
          </p:cNvPr>
          <p:cNvSpPr/>
          <p:nvPr userDrawn="1"/>
        </p:nvSpPr>
        <p:spPr>
          <a:xfrm>
            <a:off x="360000" y="360000"/>
            <a:ext cx="11473200" cy="613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1CD27-564C-4C36-AFC8-1DAB684F65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8FFDF-C113-4368-A9BD-F6D9A2962B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282B3E-4E3B-4D3F-AC29-B6E963F9C7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415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with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D9373E7-96AD-4D3A-89FC-75B37BB2C87B}"/>
              </a:ext>
            </a:extLst>
          </p:cNvPr>
          <p:cNvSpPr/>
          <p:nvPr userDrawn="1"/>
        </p:nvSpPr>
        <p:spPr>
          <a:xfrm>
            <a:off x="360000" y="360000"/>
            <a:ext cx="11473200" cy="613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1CD27-564C-4C36-AFC8-1DAB684F65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8FFDF-C113-4368-A9BD-F6D9A2962B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282B3E-4E3B-4D3F-AC29-B6E963F9C7A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2268F6-10A6-447E-9928-37CC0D5A4B0A}"/>
              </a:ext>
            </a:extLst>
          </p:cNvPr>
          <p:cNvSpPr/>
          <p:nvPr userDrawn="1"/>
        </p:nvSpPr>
        <p:spPr>
          <a:xfrm>
            <a:off x="720000" y="720000"/>
            <a:ext cx="10753200" cy="5382000"/>
          </a:xfrm>
          <a:prstGeom prst="rect">
            <a:avLst/>
          </a:prstGeom>
          <a:noFill/>
          <a:ln>
            <a:solidFill>
              <a:schemeClr val="accent3"/>
            </a:solidFill>
            <a:headEnd type="diamond"/>
            <a:tailEnd type="diamon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8636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6280A-DD18-47F6-A3B4-3B0571BE0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55BB1-64FB-4BD8-95CC-0516CA79B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64E89-A8EE-406F-81DD-C6357B15C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8C719C-3F6B-4A74-BAD7-C48CE3BB03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CFE0CD-5513-4A5E-9C88-11D165C629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282B3E-4E3B-4D3F-AC29-B6E963F9C7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467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D45207B-6715-4F5E-9B3F-D1BC499956ED}"/>
              </a:ext>
            </a:extLst>
          </p:cNvPr>
          <p:cNvSpPr/>
          <p:nvPr userDrawn="1"/>
        </p:nvSpPr>
        <p:spPr>
          <a:xfrm>
            <a:off x="360000" y="360000"/>
            <a:ext cx="11473200" cy="613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780D37-79E5-4C07-986A-D7B39C10D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4522"/>
            <a:ext cx="10515600" cy="796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D4B9F-5853-4E4D-875D-99C8E8CA4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378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82154-E8DC-43D0-914D-21ADE1267E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0378" y="6236849"/>
            <a:ext cx="4114800" cy="1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B5EC2-DEC6-4324-B094-081B721F8C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8408" y="6236849"/>
            <a:ext cx="2743200" cy="150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82B3E-4E3B-4D3F-AC29-B6E963F9C7A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5B6CB50-3B36-4CE9-A038-847D2A6D1A5E}"/>
              </a:ext>
            </a:extLst>
          </p:cNvPr>
          <p:cNvSpPr/>
          <p:nvPr userDrawn="1"/>
        </p:nvSpPr>
        <p:spPr>
          <a:xfrm>
            <a:off x="720000" y="720000"/>
            <a:ext cx="10753200" cy="5382000"/>
          </a:xfrm>
          <a:custGeom>
            <a:avLst/>
            <a:gdLst>
              <a:gd name="connsiteX0" fmla="*/ 0 w 10753200"/>
              <a:gd name="connsiteY0" fmla="*/ 0 h 5382000"/>
              <a:gd name="connsiteX1" fmla="*/ 2946000 w 10753200"/>
              <a:gd name="connsiteY1" fmla="*/ 0 h 5382000"/>
              <a:gd name="connsiteX2" fmla="*/ 2946000 w 10753200"/>
              <a:gd name="connsiteY2" fmla="*/ 745624 h 5382000"/>
              <a:gd name="connsiteX3" fmla="*/ 7806000 w 10753200"/>
              <a:gd name="connsiteY3" fmla="*/ 745624 h 5382000"/>
              <a:gd name="connsiteX4" fmla="*/ 7806000 w 10753200"/>
              <a:gd name="connsiteY4" fmla="*/ 0 h 5382000"/>
              <a:gd name="connsiteX5" fmla="*/ 10753200 w 10753200"/>
              <a:gd name="connsiteY5" fmla="*/ 0 h 5382000"/>
              <a:gd name="connsiteX6" fmla="*/ 10753200 w 10753200"/>
              <a:gd name="connsiteY6" fmla="*/ 5382000 h 5382000"/>
              <a:gd name="connsiteX7" fmla="*/ 0 w 10753200"/>
              <a:gd name="connsiteY7" fmla="*/ 5382000 h 5382000"/>
              <a:gd name="connsiteX0" fmla="*/ 7806000 w 10753200"/>
              <a:gd name="connsiteY0" fmla="*/ 745624 h 5382000"/>
              <a:gd name="connsiteX1" fmla="*/ 7806000 w 10753200"/>
              <a:gd name="connsiteY1" fmla="*/ 0 h 5382000"/>
              <a:gd name="connsiteX2" fmla="*/ 10753200 w 10753200"/>
              <a:gd name="connsiteY2" fmla="*/ 0 h 5382000"/>
              <a:gd name="connsiteX3" fmla="*/ 10753200 w 10753200"/>
              <a:gd name="connsiteY3" fmla="*/ 5382000 h 5382000"/>
              <a:gd name="connsiteX4" fmla="*/ 0 w 10753200"/>
              <a:gd name="connsiteY4" fmla="*/ 5382000 h 5382000"/>
              <a:gd name="connsiteX5" fmla="*/ 0 w 10753200"/>
              <a:gd name="connsiteY5" fmla="*/ 0 h 5382000"/>
              <a:gd name="connsiteX6" fmla="*/ 2946000 w 10753200"/>
              <a:gd name="connsiteY6" fmla="*/ 0 h 5382000"/>
              <a:gd name="connsiteX7" fmla="*/ 2946000 w 10753200"/>
              <a:gd name="connsiteY7" fmla="*/ 745624 h 5382000"/>
              <a:gd name="connsiteX8" fmla="*/ 7897440 w 10753200"/>
              <a:gd name="connsiteY8" fmla="*/ 837064 h 5382000"/>
              <a:gd name="connsiteX0" fmla="*/ 7806000 w 10753200"/>
              <a:gd name="connsiteY0" fmla="*/ 745624 h 5382000"/>
              <a:gd name="connsiteX1" fmla="*/ 7806000 w 10753200"/>
              <a:gd name="connsiteY1" fmla="*/ 0 h 5382000"/>
              <a:gd name="connsiteX2" fmla="*/ 10753200 w 10753200"/>
              <a:gd name="connsiteY2" fmla="*/ 0 h 5382000"/>
              <a:gd name="connsiteX3" fmla="*/ 10753200 w 10753200"/>
              <a:gd name="connsiteY3" fmla="*/ 5382000 h 5382000"/>
              <a:gd name="connsiteX4" fmla="*/ 0 w 10753200"/>
              <a:gd name="connsiteY4" fmla="*/ 5382000 h 5382000"/>
              <a:gd name="connsiteX5" fmla="*/ 0 w 10753200"/>
              <a:gd name="connsiteY5" fmla="*/ 0 h 5382000"/>
              <a:gd name="connsiteX6" fmla="*/ 2946000 w 10753200"/>
              <a:gd name="connsiteY6" fmla="*/ 0 h 5382000"/>
              <a:gd name="connsiteX7" fmla="*/ 2946000 w 10753200"/>
              <a:gd name="connsiteY7" fmla="*/ 745624 h 5382000"/>
              <a:gd name="connsiteX0" fmla="*/ 7806000 w 10753200"/>
              <a:gd name="connsiteY0" fmla="*/ 0 h 5382000"/>
              <a:gd name="connsiteX1" fmla="*/ 10753200 w 10753200"/>
              <a:gd name="connsiteY1" fmla="*/ 0 h 5382000"/>
              <a:gd name="connsiteX2" fmla="*/ 10753200 w 10753200"/>
              <a:gd name="connsiteY2" fmla="*/ 5382000 h 5382000"/>
              <a:gd name="connsiteX3" fmla="*/ 0 w 10753200"/>
              <a:gd name="connsiteY3" fmla="*/ 5382000 h 5382000"/>
              <a:gd name="connsiteX4" fmla="*/ 0 w 10753200"/>
              <a:gd name="connsiteY4" fmla="*/ 0 h 5382000"/>
              <a:gd name="connsiteX5" fmla="*/ 2946000 w 10753200"/>
              <a:gd name="connsiteY5" fmla="*/ 0 h 5382000"/>
              <a:gd name="connsiteX6" fmla="*/ 2946000 w 10753200"/>
              <a:gd name="connsiteY6" fmla="*/ 745624 h 5382000"/>
              <a:gd name="connsiteX0" fmla="*/ 7806000 w 10753200"/>
              <a:gd name="connsiteY0" fmla="*/ 0 h 5382000"/>
              <a:gd name="connsiteX1" fmla="*/ 10753200 w 10753200"/>
              <a:gd name="connsiteY1" fmla="*/ 0 h 5382000"/>
              <a:gd name="connsiteX2" fmla="*/ 10753200 w 10753200"/>
              <a:gd name="connsiteY2" fmla="*/ 5382000 h 5382000"/>
              <a:gd name="connsiteX3" fmla="*/ 0 w 10753200"/>
              <a:gd name="connsiteY3" fmla="*/ 5382000 h 5382000"/>
              <a:gd name="connsiteX4" fmla="*/ 0 w 10753200"/>
              <a:gd name="connsiteY4" fmla="*/ 0 h 5382000"/>
              <a:gd name="connsiteX5" fmla="*/ 2946000 w 10753200"/>
              <a:gd name="connsiteY5" fmla="*/ 0 h 538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753200" h="5382000">
                <a:moveTo>
                  <a:pt x="7806000" y="0"/>
                </a:moveTo>
                <a:lnTo>
                  <a:pt x="10753200" y="0"/>
                </a:lnTo>
                <a:lnTo>
                  <a:pt x="10753200" y="5382000"/>
                </a:lnTo>
                <a:lnTo>
                  <a:pt x="0" y="5382000"/>
                </a:lnTo>
                <a:lnTo>
                  <a:pt x="0" y="0"/>
                </a:lnTo>
                <a:lnTo>
                  <a:pt x="2946000" y="0"/>
                </a:lnTo>
              </a:path>
            </a:pathLst>
          </a:custGeom>
          <a:noFill/>
          <a:ln>
            <a:solidFill>
              <a:schemeClr val="accent3"/>
            </a:solidFill>
            <a:headEnd type="diamond"/>
            <a:tailEnd type="diamon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43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2" r:id="rId4"/>
    <p:sldLayoutId id="2147483663" r:id="rId5"/>
    <p:sldLayoutId id="2147483664" r:id="rId6"/>
    <p:sldLayoutId id="2147483651" r:id="rId7"/>
    <p:sldLayoutId id="2147483652" r:id="rId8"/>
    <p:sldLayoutId id="2147483653" r:id="rId9"/>
    <p:sldLayoutId id="2147483654" r:id="rId10"/>
    <p:sldLayoutId id="2147483661" r:id="rId11"/>
    <p:sldLayoutId id="2147483665" r:id="rId12"/>
    <p:sldLayoutId id="2147483666" r:id="rId13"/>
    <p:sldLayoutId id="2147483668" r:id="rId14"/>
    <p:sldLayoutId id="2147483655" r:id="rId15"/>
    <p:sldLayoutId id="2147483667" r:id="rId16"/>
    <p:sldLayoutId id="214748365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i="0" kern="1200" spc="-15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Garamond" panose="02020404030301010803" pitchFamily="18" charset="0"/>
        <a:buChar char="°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ndoor, table, sitting, laptop&#10;&#10;Description automatically generated">
            <a:extLst>
              <a:ext uri="{FF2B5EF4-FFF2-40B4-BE49-F238E27FC236}">
                <a16:creationId xmlns:a16="http://schemas.microsoft.com/office/drawing/2014/main" id="{A7FCD162-BA02-48A3-9F28-C401F93742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23" r="3370" b="1"/>
          <a:stretch/>
        </p:blipFill>
        <p:spPr>
          <a:xfrm>
            <a:off x="720000" y="720000"/>
            <a:ext cx="10753200" cy="5382000"/>
          </a:xfrm>
          <a:custGeom>
            <a:avLst/>
            <a:gdLst>
              <a:gd name="connsiteX0" fmla="*/ 7752000 w 10753200"/>
              <a:gd name="connsiteY0" fmla="*/ 0 h 5382000"/>
              <a:gd name="connsiteX1" fmla="*/ 10753200 w 10753200"/>
              <a:gd name="connsiteY1" fmla="*/ 0 h 5382000"/>
              <a:gd name="connsiteX2" fmla="*/ 10753200 w 10753200"/>
              <a:gd name="connsiteY2" fmla="*/ 5382000 h 5382000"/>
              <a:gd name="connsiteX3" fmla="*/ 7752000 w 10753200"/>
              <a:gd name="connsiteY3" fmla="*/ 5382000 h 5382000"/>
              <a:gd name="connsiteX4" fmla="*/ 0 w 10753200"/>
              <a:gd name="connsiteY4" fmla="*/ 0 h 5382000"/>
              <a:gd name="connsiteX5" fmla="*/ 3000000 w 10753200"/>
              <a:gd name="connsiteY5" fmla="*/ 0 h 5382000"/>
              <a:gd name="connsiteX6" fmla="*/ 3000000 w 10753200"/>
              <a:gd name="connsiteY6" fmla="*/ 5382000 h 5382000"/>
              <a:gd name="connsiteX7" fmla="*/ 0 w 10753200"/>
              <a:gd name="connsiteY7" fmla="*/ 5382000 h 538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53200" h="5382000">
                <a:moveTo>
                  <a:pt x="7752000" y="0"/>
                </a:moveTo>
                <a:lnTo>
                  <a:pt x="10753200" y="0"/>
                </a:lnTo>
                <a:lnTo>
                  <a:pt x="10753200" y="5382000"/>
                </a:lnTo>
                <a:lnTo>
                  <a:pt x="7752000" y="5382000"/>
                </a:lnTo>
                <a:close/>
                <a:moveTo>
                  <a:pt x="0" y="0"/>
                </a:moveTo>
                <a:lnTo>
                  <a:pt x="3000000" y="0"/>
                </a:lnTo>
                <a:lnTo>
                  <a:pt x="3000000" y="5382000"/>
                </a:lnTo>
                <a:lnTo>
                  <a:pt x="0" y="5382000"/>
                </a:lnTo>
                <a:close/>
              </a:path>
            </a:pathLst>
          </a:cu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27D730A-05C3-4824-99A7-4911AE0DF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2960" y="3045521"/>
            <a:ext cx="2926079" cy="766957"/>
          </a:xfrm>
        </p:spPr>
        <p:txBody>
          <a:bodyPr anchor="b">
            <a:normAutofit/>
          </a:bodyPr>
          <a:lstStyle/>
          <a:p>
            <a:r>
              <a:rPr lang="en-US" sz="4400" dirty="0"/>
              <a:t>Google Colab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6AC3F12-360E-4CF2-98CE-B7BC1F2858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1999" y="4941622"/>
            <a:ext cx="3168000" cy="766957"/>
          </a:xfrm>
        </p:spPr>
        <p:txBody>
          <a:bodyPr>
            <a:normAutofit/>
          </a:bodyPr>
          <a:lstStyle/>
          <a:p>
            <a:r>
              <a:rPr lang="en-US" dirty="0"/>
              <a:t>Jillian Hebert</a:t>
            </a:r>
          </a:p>
          <a:p>
            <a:r>
              <a:rPr lang="en-US" dirty="0"/>
              <a:t>April 30, 2020</a:t>
            </a:r>
          </a:p>
        </p:txBody>
      </p:sp>
    </p:spTree>
    <p:extLst>
      <p:ext uri="{BB962C8B-B14F-4D97-AF65-F5344CB8AC3E}">
        <p14:creationId xmlns:p14="http://schemas.microsoft.com/office/powerpoint/2010/main" val="2537158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271B4-63BA-4078-9B2C-250F5A3F5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graphicFrame>
        <p:nvGraphicFramePr>
          <p:cNvPr id="3" name="Content Placeholder 2" descr="SmartArt Placeholder - Block List">
            <a:extLst>
              <a:ext uri="{FF2B5EF4-FFF2-40B4-BE49-F238E27FC236}">
                <a16:creationId xmlns:a16="http://schemas.microsoft.com/office/drawing/2014/main" id="{B098FAB2-7AED-46E2-9AED-B30E23E92A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4454914"/>
              </p:ext>
            </p:extLst>
          </p:nvPr>
        </p:nvGraphicFramePr>
        <p:xfrm>
          <a:off x="976745" y="2126347"/>
          <a:ext cx="10238510" cy="26053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53298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08588-1607-4341-9A89-8BC3EF57B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6250" y="894521"/>
            <a:ext cx="2577549" cy="1858617"/>
          </a:xfrm>
        </p:spPr>
        <p:txBody>
          <a:bodyPr anchor="b">
            <a:normAutofit/>
          </a:bodyPr>
          <a:lstStyle/>
          <a:p>
            <a:r>
              <a:rPr lang="en-US"/>
              <a:t>Google Colab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94540-ACE7-414B-8F0E-CC5031A89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6252" y="3856383"/>
            <a:ext cx="2577548" cy="2107095"/>
          </a:xfrm>
        </p:spPr>
        <p:txBody>
          <a:bodyPr>
            <a:normAutofit/>
          </a:bodyPr>
          <a:lstStyle/>
          <a:p>
            <a:r>
              <a:rPr lang="en-US" sz="1700" dirty="0"/>
              <a:t>Browser access</a:t>
            </a:r>
          </a:p>
          <a:p>
            <a:pPr lvl="1"/>
            <a:r>
              <a:rPr lang="en-US" sz="1700" dirty="0"/>
              <a:t>Cloud service Jupyter Notebooks</a:t>
            </a:r>
          </a:p>
          <a:p>
            <a:r>
              <a:rPr lang="en-US" sz="1700" dirty="0"/>
              <a:t>Mounts to a Google Drive account</a:t>
            </a:r>
          </a:p>
          <a:p>
            <a:r>
              <a:rPr lang="en-US" sz="1700" dirty="0"/>
              <a:t>Free</a:t>
            </a:r>
          </a:p>
          <a:p>
            <a:pPr lvl="1"/>
            <a:r>
              <a:rPr lang="en-US" sz="1500" dirty="0"/>
              <a:t>With limits</a:t>
            </a:r>
          </a:p>
        </p:txBody>
      </p:sp>
      <p:pic>
        <p:nvPicPr>
          <p:cNvPr id="15" name="Picture 14" descr="A picture containing food, drawing&#10;&#10;Description automatically generated">
            <a:extLst>
              <a:ext uri="{FF2B5EF4-FFF2-40B4-BE49-F238E27FC236}">
                <a16:creationId xmlns:a16="http://schemas.microsoft.com/office/drawing/2014/main" id="{E6350A9D-8611-455A-A8B1-2119E2FB4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469" y="1793814"/>
            <a:ext cx="6148787" cy="327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564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B4F35-0532-419A-9B39-D37B25ED7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202"/>
            <a:ext cx="10515600" cy="796166"/>
          </a:xfrm>
        </p:spPr>
        <p:txBody>
          <a:bodyPr anchor="ctr">
            <a:normAutofit/>
          </a:bodyPr>
          <a:lstStyle/>
          <a:p>
            <a:r>
              <a:rPr lang="en-US" dirty="0"/>
              <a:t>About Google Colab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F5446-D16D-4072-B59A-34551A97F2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35743" y="2030412"/>
            <a:ext cx="4960257" cy="2797175"/>
          </a:xfrm>
        </p:spPr>
        <p:txBody>
          <a:bodyPr>
            <a:normAutofit/>
          </a:bodyPr>
          <a:lstStyle/>
          <a:p>
            <a:r>
              <a:rPr lang="en-US" sz="2000" dirty="0"/>
              <a:t>Supports Python 2.7 and 3.6</a:t>
            </a:r>
          </a:p>
          <a:p>
            <a:pPr lvl="1"/>
            <a:r>
              <a:rPr lang="en-US" sz="1800" dirty="0"/>
              <a:t>R and Scala are currently still unavailable </a:t>
            </a:r>
          </a:p>
          <a:p>
            <a:pPr lvl="1"/>
            <a:r>
              <a:rPr lang="en-US" sz="1800" dirty="0"/>
              <a:t>Supports add-ons like PyTorch, Keras, and OpenCV</a:t>
            </a:r>
          </a:p>
          <a:p>
            <a:r>
              <a:rPr lang="en-US" sz="2000" dirty="0"/>
              <a:t>Mountable to Google Drive accounts</a:t>
            </a:r>
          </a:p>
          <a:p>
            <a:pPr lvl="1"/>
            <a:r>
              <a:rPr lang="en-US" sz="1800" dirty="0"/>
              <a:t>Create, store, and share notebooks</a:t>
            </a:r>
          </a:p>
          <a:p>
            <a:pPr lvl="1"/>
            <a:r>
              <a:rPr lang="en-US" sz="1800" dirty="0"/>
              <a:t>Create new </a:t>
            </a:r>
            <a:r>
              <a:rPr lang="en-US" sz="1800" dirty="0">
                <a:sym typeface="Wingdings" panose="05000000000000000000" pitchFamily="2" charset="2"/>
              </a:rPr>
              <a:t></a:t>
            </a:r>
            <a:r>
              <a:rPr lang="en-US" sz="1800" dirty="0"/>
              <a:t> More </a:t>
            </a:r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1800" dirty="0"/>
              <a:t>Colaboratory</a:t>
            </a:r>
          </a:p>
          <a:p>
            <a:pPr lvl="1"/>
            <a:r>
              <a:rPr lang="en-US" sz="1800" dirty="0"/>
              <a:t>Access datafiles stored in Google Drive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4BA0D1CE-9734-40A6-A7A9-D606496F7F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36" t="2462" r="6768" b="4783"/>
          <a:stretch/>
        </p:blipFill>
        <p:spPr>
          <a:xfrm>
            <a:off x="6538687" y="1364795"/>
            <a:ext cx="4310742" cy="4607834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DB11AE-F84B-48D4-BAEA-58FF3BB50F4A}"/>
              </a:ext>
            </a:extLst>
          </p:cNvPr>
          <p:cNvSpPr txBox="1"/>
          <p:nvPr/>
        </p:nvSpPr>
        <p:spPr>
          <a:xfrm>
            <a:off x="838200" y="5849518"/>
            <a:ext cx="41665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https://towardsdatascience.com/getting-started-with-google-colab-f2fff97f594c</a:t>
            </a:r>
          </a:p>
        </p:txBody>
      </p:sp>
    </p:spTree>
    <p:extLst>
      <p:ext uri="{BB962C8B-B14F-4D97-AF65-F5344CB8AC3E}">
        <p14:creationId xmlns:p14="http://schemas.microsoft.com/office/powerpoint/2010/main" val="659300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27CA-DCFF-4536-9CB5-EA28C0A7D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0083"/>
            <a:ext cx="10515600" cy="796166"/>
          </a:xfrm>
        </p:spPr>
        <p:txBody>
          <a:bodyPr anchor="ctr">
            <a:normAutofit/>
          </a:bodyPr>
          <a:lstStyle/>
          <a:p>
            <a:r>
              <a:rPr lang="en-US" dirty="0"/>
              <a:t>Getting Started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486A8-EB84-4609-9C57-A30CFE7FB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169229" cy="4351338"/>
          </a:xfrm>
        </p:spPr>
        <p:txBody>
          <a:bodyPr>
            <a:normAutofit/>
          </a:bodyPr>
          <a:lstStyle/>
          <a:p>
            <a:r>
              <a:rPr lang="en-US" sz="2000" dirty="0"/>
              <a:t>Name notebooks</a:t>
            </a:r>
          </a:p>
          <a:p>
            <a:r>
              <a:rPr lang="en-US" sz="2000" dirty="0"/>
              <a:t>Change runtime (version)</a:t>
            </a:r>
          </a:p>
          <a:p>
            <a:pPr lvl="1"/>
            <a:r>
              <a:rPr lang="en-US" sz="1800" dirty="0"/>
              <a:t>Python 2 or Python 3</a:t>
            </a:r>
          </a:p>
          <a:p>
            <a:r>
              <a:rPr lang="en-US" sz="2000" dirty="0"/>
              <a:t>Change hardware accelerator (compiler)</a:t>
            </a:r>
          </a:p>
          <a:p>
            <a:pPr lvl="1"/>
            <a:r>
              <a:rPr lang="en-US" sz="1800" dirty="0"/>
              <a:t>GPU, TPU, or None</a:t>
            </a:r>
          </a:p>
          <a:p>
            <a:r>
              <a:rPr lang="en-US" sz="2000" dirty="0"/>
              <a:t>Chunk types</a:t>
            </a:r>
          </a:p>
          <a:p>
            <a:pPr lvl="1"/>
            <a:r>
              <a:rPr lang="en-US" sz="1800" dirty="0"/>
              <a:t>Headers</a:t>
            </a:r>
          </a:p>
          <a:p>
            <a:pPr lvl="1"/>
            <a:r>
              <a:rPr lang="en-US" sz="1800" dirty="0"/>
              <a:t>Code</a:t>
            </a:r>
          </a:p>
          <a:p>
            <a:pPr lvl="1"/>
            <a:r>
              <a:rPr lang="en-US" sz="1800" dirty="0"/>
              <a:t>Text</a:t>
            </a:r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FDDF3A7B-83BF-446C-9AC7-0CC65E5F3B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02" t="66784" r="25533" b="3474"/>
          <a:stretch/>
        </p:blipFill>
        <p:spPr>
          <a:xfrm>
            <a:off x="8571798" y="1283717"/>
            <a:ext cx="2852291" cy="1976139"/>
          </a:xfrm>
          <a:prstGeom prst="rect">
            <a:avLst/>
          </a:prstGeom>
          <a:noFill/>
        </p:spPr>
      </p:pic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E2DFEF8E-219D-40CB-B67D-2A94531C41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88" t="1" r="5876" b="47465"/>
          <a:stretch/>
        </p:blipFill>
        <p:spPr>
          <a:xfrm>
            <a:off x="4249581" y="1690688"/>
            <a:ext cx="4132224" cy="3882665"/>
          </a:xfrm>
          <a:prstGeom prst="rect">
            <a:avLst/>
          </a:prstGeom>
          <a:noFill/>
        </p:spPr>
      </p:pic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D890241B-7D48-45C5-80D6-D34BC3628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3047" y="3598145"/>
            <a:ext cx="2721042" cy="189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331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EC56B-1430-4CD2-A9D4-C1D72A09D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19383"/>
            <a:ext cx="10515600" cy="796166"/>
          </a:xfrm>
        </p:spPr>
        <p:txBody>
          <a:bodyPr/>
          <a:lstStyle/>
          <a:p>
            <a:r>
              <a:rPr lang="en-US" dirty="0"/>
              <a:t>Tips and Tricks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D85C9-1B12-4AA4-BB25-9C21EC05C4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1" y="1559169"/>
            <a:ext cx="4800600" cy="4617794"/>
          </a:xfrm>
        </p:spPr>
        <p:txBody>
          <a:bodyPr>
            <a:normAutofit/>
          </a:bodyPr>
          <a:lstStyle/>
          <a:p>
            <a:r>
              <a:rPr lang="en-US" sz="2000" dirty="0"/>
              <a:t>Mount Google Drive</a:t>
            </a:r>
          </a:p>
          <a:p>
            <a:pPr lvl="1"/>
            <a:r>
              <a:rPr lang="en-US" sz="1800" dirty="0"/>
              <a:t>From google.colab import drive</a:t>
            </a:r>
          </a:p>
          <a:p>
            <a:pPr lvl="2"/>
            <a:r>
              <a:rPr lang="en-US" sz="1600" dirty="0"/>
              <a:t>File </a:t>
            </a:r>
            <a:r>
              <a:rPr lang="en-US" sz="1600" dirty="0">
                <a:sym typeface="Wingdings" panose="05000000000000000000" pitchFamily="2" charset="2"/>
              </a:rPr>
              <a:t> Mount Drive</a:t>
            </a:r>
            <a:endParaRPr lang="en-US" sz="1600" dirty="0"/>
          </a:p>
          <a:p>
            <a:r>
              <a:rPr lang="en-US" sz="2000" dirty="0"/>
              <a:t>Connect to GitHub</a:t>
            </a:r>
          </a:p>
          <a:p>
            <a:pPr lvl="1"/>
            <a:r>
              <a:rPr lang="en-US" sz="1800" dirty="0"/>
              <a:t>Tools </a:t>
            </a:r>
            <a:r>
              <a:rPr lang="en-US" sz="1800" dirty="0">
                <a:sym typeface="Wingdings" panose="05000000000000000000" pitchFamily="2" charset="2"/>
              </a:rPr>
              <a:t> Preferences  Copy GitHub link</a:t>
            </a:r>
            <a:endParaRPr lang="en-US" sz="1800" dirty="0"/>
          </a:p>
          <a:p>
            <a:r>
              <a:rPr lang="en-US" sz="2000" dirty="0"/>
              <a:t>Download notebooks as Python files or notebooks</a:t>
            </a:r>
          </a:p>
          <a:p>
            <a:r>
              <a:rPr lang="en-US" sz="2000" dirty="0"/>
              <a:t>Sharing features</a:t>
            </a:r>
          </a:p>
          <a:p>
            <a:r>
              <a:rPr lang="en-US" sz="2000" dirty="0"/>
              <a:t>Dark mode</a:t>
            </a:r>
          </a:p>
          <a:p>
            <a:pPr lvl="1"/>
            <a:r>
              <a:rPr lang="en-US" sz="1800" dirty="0"/>
              <a:t>Tools </a:t>
            </a:r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1800" dirty="0"/>
              <a:t>Preferences </a:t>
            </a:r>
            <a:r>
              <a:rPr lang="en-US" sz="1800" dirty="0">
                <a:sym typeface="Wingdings" panose="05000000000000000000" pitchFamily="2" charset="2"/>
              </a:rPr>
              <a:t> Theme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C350C2-C339-4403-936F-5D153F527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59169"/>
            <a:ext cx="4319954" cy="4617794"/>
          </a:xfrm>
        </p:spPr>
        <p:txBody>
          <a:bodyPr>
            <a:normAutofit/>
          </a:bodyPr>
          <a:lstStyle/>
          <a:p>
            <a:r>
              <a:rPr lang="en-US" sz="2000" dirty="0">
                <a:sym typeface="Wingdings" panose="05000000000000000000" pitchFamily="2" charset="2"/>
              </a:rPr>
              <a:t>Undo accidentally deleting a cell</a:t>
            </a:r>
          </a:p>
          <a:p>
            <a:pPr lvl="1"/>
            <a:r>
              <a:rPr lang="en-US" sz="1800" dirty="0">
                <a:sym typeface="Wingdings" panose="05000000000000000000" pitchFamily="2" charset="2"/>
              </a:rPr>
              <a:t>Ctrl + Shift + Z</a:t>
            </a:r>
          </a:p>
          <a:p>
            <a:r>
              <a:rPr lang="en-US" sz="2000" dirty="0">
                <a:sym typeface="Wingdings" panose="05000000000000000000" pitchFamily="2" charset="2"/>
              </a:rPr>
              <a:t>Find and replace</a:t>
            </a:r>
          </a:p>
          <a:p>
            <a:pPr lvl="1"/>
            <a:r>
              <a:rPr lang="en-US" sz="1800" dirty="0">
                <a:sym typeface="Wingdings" panose="05000000000000000000" pitchFamily="2" charset="2"/>
              </a:rPr>
              <a:t>Ctrl + H</a:t>
            </a:r>
          </a:p>
          <a:p>
            <a:r>
              <a:rPr lang="en-US" sz="2000" dirty="0"/>
              <a:t>Keyboard Shortcuts</a:t>
            </a:r>
          </a:p>
          <a:p>
            <a:pPr lvl="1"/>
            <a:r>
              <a:rPr lang="en-US" sz="1800" dirty="0"/>
              <a:t>Ctrl + M + H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21BFD82B-58A8-4C3A-A606-43A9765351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77" t="13977" r="10726" b="38709"/>
          <a:stretch/>
        </p:blipFill>
        <p:spPr>
          <a:xfrm>
            <a:off x="7467599" y="4138245"/>
            <a:ext cx="3786554" cy="1770185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3B19FC-B74B-4F9F-873D-7C5DC0B5CC52}"/>
              </a:ext>
            </a:extLst>
          </p:cNvPr>
          <p:cNvSpPr txBox="1"/>
          <p:nvPr/>
        </p:nvSpPr>
        <p:spPr>
          <a:xfrm>
            <a:off x="750276" y="5708375"/>
            <a:ext cx="39858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https://medium.com/secure-and-private-ai-writing-challenge/super-cool-10-hidden-features-in-google-colab-584dacb30ea4</a:t>
            </a:r>
          </a:p>
        </p:txBody>
      </p:sp>
    </p:spTree>
    <p:extLst>
      <p:ext uri="{BB962C8B-B14F-4D97-AF65-F5344CB8AC3E}">
        <p14:creationId xmlns:p14="http://schemas.microsoft.com/office/powerpoint/2010/main" val="3926444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9A8E8-D672-46F9-B4FD-5357464D9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4763" y="3028458"/>
            <a:ext cx="4222474" cy="801083"/>
          </a:xfrm>
        </p:spPr>
        <p:txBody>
          <a:bodyPr>
            <a:noAutofit/>
          </a:bodyPr>
          <a:lstStyle/>
          <a:p>
            <a:r>
              <a:rPr lang="en-US" sz="4800" dirty="0"/>
              <a:t>Let’s check it out!</a:t>
            </a:r>
          </a:p>
        </p:txBody>
      </p:sp>
    </p:spTree>
    <p:extLst>
      <p:ext uri="{BB962C8B-B14F-4D97-AF65-F5344CB8AC3E}">
        <p14:creationId xmlns:p14="http://schemas.microsoft.com/office/powerpoint/2010/main" val="2121905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EB415-B675-4BCB-AA68-F938AE95E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4579"/>
            <a:ext cx="10515600" cy="796166"/>
          </a:xfrm>
        </p:spPr>
        <p:txBody>
          <a:bodyPr anchor="ctr">
            <a:normAutofit/>
          </a:bodyPr>
          <a:lstStyle/>
          <a:p>
            <a:r>
              <a:rPr lang="en-US" dirty="0"/>
              <a:t>Advantages</a:t>
            </a:r>
          </a:p>
        </p:txBody>
      </p:sp>
      <p:pic>
        <p:nvPicPr>
          <p:cNvPr id="5" name="Picture 4" descr="A picture containing glass&#10;&#10;Description automatically generated">
            <a:extLst>
              <a:ext uri="{FF2B5EF4-FFF2-40B4-BE49-F238E27FC236}">
                <a16:creationId xmlns:a16="http://schemas.microsoft.com/office/drawing/2014/main" id="{73EE0BEA-16B5-484D-9602-5CE79790C4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19" t="5312" r="5387" b="6127"/>
          <a:stretch/>
        </p:blipFill>
        <p:spPr>
          <a:xfrm>
            <a:off x="1578430" y="1690688"/>
            <a:ext cx="3933371" cy="3853543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E73FE-A6F0-434E-A449-1F043F22D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80201" y="1774599"/>
            <a:ext cx="3566886" cy="3769632"/>
          </a:xfrm>
        </p:spPr>
        <p:txBody>
          <a:bodyPr>
            <a:normAutofit/>
          </a:bodyPr>
          <a:lstStyle/>
          <a:p>
            <a:r>
              <a:rPr lang="en-US" sz="2000" dirty="0"/>
              <a:t>Free</a:t>
            </a:r>
          </a:p>
          <a:p>
            <a:r>
              <a:rPr lang="en-US" sz="2000" dirty="0"/>
              <a:t>Online but mountable </a:t>
            </a:r>
          </a:p>
          <a:p>
            <a:r>
              <a:rPr lang="en-US" sz="2000" dirty="0"/>
              <a:t>Easily sharable</a:t>
            </a:r>
          </a:p>
          <a:p>
            <a:pPr lvl="1"/>
            <a:r>
              <a:rPr lang="en-US" sz="1800" dirty="0"/>
              <a:t>Working with others</a:t>
            </a:r>
          </a:p>
          <a:p>
            <a:pPr lvl="1"/>
            <a:r>
              <a:rPr lang="en-US" sz="1800" dirty="0"/>
              <a:t>Distributing a final project</a:t>
            </a:r>
          </a:p>
          <a:p>
            <a:r>
              <a:rPr lang="en-US" sz="2000" dirty="0"/>
              <a:t>Nicely formatted</a:t>
            </a:r>
          </a:p>
          <a:p>
            <a:r>
              <a:rPr lang="en-US" sz="2000" dirty="0"/>
              <a:t>Benefits of Google Drive</a:t>
            </a:r>
          </a:p>
          <a:p>
            <a:pPr lvl="1"/>
            <a:r>
              <a:rPr lang="en-US" sz="1800" dirty="0"/>
              <a:t>Autosave</a:t>
            </a:r>
          </a:p>
          <a:p>
            <a:pPr lvl="1"/>
            <a:r>
              <a:rPr lang="en-US" sz="1800" dirty="0"/>
              <a:t>Sharing (with restrictions) </a:t>
            </a:r>
          </a:p>
          <a:p>
            <a:pPr lvl="1"/>
            <a:r>
              <a:rPr lang="en-US" sz="1800" dirty="0"/>
              <a:t>Commenting</a:t>
            </a:r>
          </a:p>
        </p:txBody>
      </p:sp>
    </p:spTree>
    <p:extLst>
      <p:ext uri="{BB962C8B-B14F-4D97-AF65-F5344CB8AC3E}">
        <p14:creationId xmlns:p14="http://schemas.microsoft.com/office/powerpoint/2010/main" val="2534194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BEFBD-B2BC-4240-A0CE-0DD92A132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6439"/>
            <a:ext cx="10515600" cy="796166"/>
          </a:xfrm>
        </p:spPr>
        <p:txBody>
          <a:bodyPr anchor="ctr">
            <a:normAutofit/>
          </a:bodyPr>
          <a:lstStyle/>
          <a:p>
            <a:r>
              <a:rPr lang="en-US" dirty="0"/>
              <a:t>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F815D-FE5C-4D6D-AC67-96B416F33C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Usage and storage limits</a:t>
            </a:r>
          </a:p>
          <a:p>
            <a:pPr lvl="1"/>
            <a:r>
              <a:rPr lang="en-US" sz="1800" dirty="0"/>
              <a:t>Hardware availability fluctuates</a:t>
            </a:r>
          </a:p>
          <a:p>
            <a:r>
              <a:rPr lang="en-US" sz="2000" dirty="0"/>
              <a:t>Need to install libraries</a:t>
            </a:r>
          </a:p>
          <a:p>
            <a:r>
              <a:rPr lang="en-US" sz="2000" dirty="0"/>
              <a:t>Doesn’t handle big datasets well</a:t>
            </a:r>
          </a:p>
          <a:p>
            <a:r>
              <a:rPr lang="en-US" sz="2000" dirty="0"/>
              <a:t>Certain code formats won’t run</a:t>
            </a:r>
          </a:p>
          <a:p>
            <a:r>
              <a:rPr lang="en-US" sz="2000" dirty="0"/>
              <a:t>Time out</a:t>
            </a:r>
          </a:p>
          <a:p>
            <a:pPr lvl="1"/>
            <a:r>
              <a:rPr lang="en-US" sz="1800" dirty="0"/>
              <a:t>Connects to Google Drive for 30 minutes</a:t>
            </a:r>
          </a:p>
          <a:p>
            <a:pPr lvl="1"/>
            <a:r>
              <a:rPr lang="en-US" sz="1800" dirty="0"/>
              <a:t>Connects to Google Colab for 12 hours </a:t>
            </a:r>
          </a:p>
          <a:p>
            <a:pPr lvl="2"/>
            <a:r>
              <a:rPr lang="en-US" sz="1600" dirty="0"/>
              <a:t>Save data frames</a:t>
            </a:r>
          </a:p>
        </p:txBody>
      </p:sp>
      <p:pic>
        <p:nvPicPr>
          <p:cNvPr id="5" name="Picture 4" descr="A picture containing mug&#10;&#10;Description automatically generated">
            <a:extLst>
              <a:ext uri="{FF2B5EF4-FFF2-40B4-BE49-F238E27FC236}">
                <a16:creationId xmlns:a16="http://schemas.microsoft.com/office/drawing/2014/main" id="{950CDE97-B911-4D80-83C0-CBCF2D8AD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674" y="1612140"/>
            <a:ext cx="4351338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0449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shirt&#10;&#10;Description automatically generated">
            <a:extLst>
              <a:ext uri="{FF2B5EF4-FFF2-40B4-BE49-F238E27FC236}">
                <a16:creationId xmlns:a16="http://schemas.microsoft.com/office/drawing/2014/main" id="{7FB370BC-81EE-44CA-9B59-3D5C66A93A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82" t="15430" r="5915" b="14020"/>
          <a:stretch/>
        </p:blipFill>
        <p:spPr>
          <a:xfrm>
            <a:off x="2849166" y="740538"/>
            <a:ext cx="6493668" cy="537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607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-Theme-Water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6A9A9"/>
      </a:accent1>
      <a:accent2>
        <a:srgbClr val="CB58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D0690C"/>
      </a:hlink>
      <a:folHlink>
        <a:srgbClr val="9696A0"/>
      </a:folHlink>
    </a:clrScheme>
    <a:fontScheme name="MS-Theme-Water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 Conference Presentation_Win32_SB v2" id="{BC88B365-8E38-4ABB-98F4-3EC291BC7C6D}" vid="{68186960-B69F-4045-8CE0-AF496D95D6C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F208899-44E9-47BE-97CD-9D5D01FB74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FF9F3B-DE24-4577-9CF6-31E167D48E2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94B7CA-1290-47DA-A8FD-EC74EF42B4F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</Words>
  <Application>Microsoft Office PowerPoint</Application>
  <PresentationFormat>Widescreen</PresentationFormat>
  <Paragraphs>74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Garamond</vt:lpstr>
      <vt:lpstr>Office Theme</vt:lpstr>
      <vt:lpstr>Google Colab</vt:lpstr>
      <vt:lpstr>Overview</vt:lpstr>
      <vt:lpstr>Google Colab</vt:lpstr>
      <vt:lpstr>About Google Colab</vt:lpstr>
      <vt:lpstr>Getting Started</vt:lpstr>
      <vt:lpstr>Tips and Tricks</vt:lpstr>
      <vt:lpstr>Let’s check it out!</vt:lpstr>
      <vt:lpstr>Advantages</vt:lpstr>
      <vt:lpstr>Disadvantages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2020-04-27T04:24:42Z</dcterms:created>
  <dcterms:modified xsi:type="dcterms:W3CDTF">2020-04-29T17:16:28Z</dcterms:modified>
</cp:coreProperties>
</file>