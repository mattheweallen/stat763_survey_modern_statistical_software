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6" name="Shape 116"/>
        <p:cNvGrpSpPr/>
        <p:nvPr/>
      </p:nvGrpSpPr>
      <p:grpSpPr>
        <a:xfrm>
          <a:off x="0" y="0"/>
          <a:ext cx="0" cy="0"/>
          <a:chOff x="0" y="0"/>
          <a:chExt cx="0" cy="0"/>
        </a:xfrm>
      </p:grpSpPr>
      <p:sp>
        <p:nvSpPr>
          <p:cNvPr id="117" name="Google Shape;11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 name="Shape 123"/>
        <p:cNvGrpSpPr/>
        <p:nvPr/>
      </p:nvGrpSpPr>
      <p:grpSpPr>
        <a:xfrm>
          <a:off x="0" y="0"/>
          <a:ext cx="0" cy="0"/>
          <a:chOff x="0" y="0"/>
          <a:chExt cx="0" cy="0"/>
        </a:xfrm>
      </p:grpSpPr>
      <p:sp>
        <p:nvSpPr>
          <p:cNvPr id="124" name="Google Shape;124;g8441ae448c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8441ae448c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8441ae44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8441ae44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8441ae448c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8441ae448c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3" name="Shape 143"/>
        <p:cNvGrpSpPr/>
        <p:nvPr/>
      </p:nvGrpSpPr>
      <p:grpSpPr>
        <a:xfrm>
          <a:off x="0" y="0"/>
          <a:ext cx="0" cy="0"/>
          <a:chOff x="0" y="0"/>
          <a:chExt cx="0" cy="0"/>
        </a:xfrm>
      </p:grpSpPr>
      <p:sp>
        <p:nvSpPr>
          <p:cNvPr id="144" name="Google Shape;144;g8441ae448c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8441ae448c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0" name="Shape 150"/>
        <p:cNvGrpSpPr/>
        <p:nvPr/>
      </p:nvGrpSpPr>
      <p:grpSpPr>
        <a:xfrm>
          <a:off x="0" y="0"/>
          <a:ext cx="0" cy="0"/>
          <a:chOff x="0" y="0"/>
          <a:chExt cx="0" cy="0"/>
        </a:xfrm>
      </p:grpSpPr>
      <p:sp>
        <p:nvSpPr>
          <p:cNvPr id="151" name="Google Shape;151;g8441ae448c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8441ae448c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7" name="Shape 157"/>
        <p:cNvGrpSpPr/>
        <p:nvPr/>
      </p:nvGrpSpPr>
      <p:grpSpPr>
        <a:xfrm>
          <a:off x="0" y="0"/>
          <a:ext cx="0" cy="0"/>
          <a:chOff x="0" y="0"/>
          <a:chExt cx="0" cy="0"/>
        </a:xfrm>
      </p:grpSpPr>
      <p:sp>
        <p:nvSpPr>
          <p:cNvPr id="158" name="Google Shape;158;g8441ae448c_0_1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8441ae448c_0_1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3" name="Shape 163"/>
        <p:cNvGrpSpPr/>
        <p:nvPr/>
      </p:nvGrpSpPr>
      <p:grpSpPr>
        <a:xfrm>
          <a:off x="0" y="0"/>
          <a:ext cx="0" cy="0"/>
          <a:chOff x="0" y="0"/>
          <a:chExt cx="0" cy="0"/>
        </a:xfrm>
      </p:grpSpPr>
      <p:sp>
        <p:nvSpPr>
          <p:cNvPr id="164" name="Google Shape;164;g8441ae448c_0_2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8441ae448c_0_2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9" name="Shape 169"/>
        <p:cNvGrpSpPr/>
        <p:nvPr/>
      </p:nvGrpSpPr>
      <p:grpSpPr>
        <a:xfrm>
          <a:off x="0" y="0"/>
          <a:ext cx="0" cy="0"/>
          <a:chOff x="0" y="0"/>
          <a:chExt cx="0" cy="0"/>
        </a:xfrm>
      </p:grpSpPr>
      <p:sp>
        <p:nvSpPr>
          <p:cNvPr id="170" name="Google Shape;170;g8441ae448c_0_2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8441ae448c_0_2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g8447a154be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8447a154be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g8447a154be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8447a154be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0" name="Shape 190"/>
        <p:cNvGrpSpPr/>
        <p:nvPr/>
      </p:nvGrpSpPr>
      <p:grpSpPr>
        <a:xfrm>
          <a:off x="0" y="0"/>
          <a:ext cx="0" cy="0"/>
          <a:chOff x="0" y="0"/>
          <a:chExt cx="0" cy="0"/>
        </a:xfrm>
      </p:grpSpPr>
      <p:sp>
        <p:nvSpPr>
          <p:cNvPr id="191" name="Google Shape;191;g8447a154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8447a154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g8447a154be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8447a154be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2" name="Shape 202"/>
        <p:cNvGrpSpPr/>
        <p:nvPr/>
      </p:nvGrpSpPr>
      <p:grpSpPr>
        <a:xfrm>
          <a:off x="0" y="0"/>
          <a:ext cx="0" cy="0"/>
          <a:chOff x="0" y="0"/>
          <a:chExt cx="0" cy="0"/>
        </a:xfrm>
      </p:grpSpPr>
      <p:sp>
        <p:nvSpPr>
          <p:cNvPr id="203" name="Google Shape;203;g8441ae448c_0_1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8441ae448c_0_1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g8441ae448c_0_1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8441ae448c_0_1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p:cSld name="AUTOLAYOUT">
    <p:bg>
      <p:bgPr>
        <a:solidFill>
          <a:srgbClr val="FFFFFF"/>
        </a:solidFill>
      </p:bgPr>
    </p:bg>
    <p:spTree>
      <p:nvGrpSpPr>
        <p:cNvPr id="50" name="Shape 50"/>
        <p:cNvGrpSpPr/>
        <p:nvPr/>
      </p:nvGrpSpPr>
      <p:grpSpPr>
        <a:xfrm>
          <a:off x="0" y="0"/>
          <a:ext cx="0" cy="0"/>
          <a:chOff x="0" y="0"/>
          <a:chExt cx="0" cy="0"/>
        </a:xfrm>
      </p:grpSpPr>
      <p:sp>
        <p:nvSpPr>
          <p:cNvPr id="51" name="Google Shape;51;p13"/>
          <p:cNvSpPr/>
          <p:nvPr/>
        </p:nvSpPr>
        <p:spPr>
          <a:xfrm rot="10800000">
            <a:off x="25"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rot="675">
            <a:off x="598753" y="846249"/>
            <a:ext cx="4585800" cy="3450900"/>
          </a:xfrm>
          <a:prstGeom prst="rect">
            <a:avLst/>
          </a:prstGeom>
          <a:solidFill>
            <a:srgbClr val="FFFFFF"/>
          </a:solidFill>
          <a:ln>
            <a:noFill/>
          </a:ln>
          <a:effectLst>
            <a:outerShdw blurRad="228600" rotWithShape="0" algn="tl" dir="5400000" dist="50800">
              <a:srgbClr val="000000">
                <a:alpha val="54900"/>
              </a:srgbClr>
            </a:outerShdw>
          </a:effectLst>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53" name="Google Shape;53;p13"/>
          <p:cNvCxnSpPr/>
          <p:nvPr/>
        </p:nvCxnSpPr>
        <p:spPr>
          <a:xfrm>
            <a:off x="13675" y="116600"/>
            <a:ext cx="9116700" cy="0"/>
          </a:xfrm>
          <a:prstGeom prst="straightConnector1">
            <a:avLst/>
          </a:prstGeom>
          <a:noFill/>
          <a:ln cap="flat" cmpd="sng" w="9525">
            <a:solidFill>
              <a:srgbClr val="EEDFCD"/>
            </a:solidFill>
            <a:prstDash val="dash"/>
            <a:round/>
            <a:headEnd len="sm" w="sm" type="none"/>
            <a:tailEnd len="sm" w="sm" type="none"/>
          </a:ln>
        </p:spPr>
      </p:cxnSp>
      <p:cxnSp>
        <p:nvCxnSpPr>
          <p:cNvPr id="54" name="Google Shape;54;p13"/>
          <p:cNvCxnSpPr/>
          <p:nvPr/>
        </p:nvCxnSpPr>
        <p:spPr>
          <a:xfrm>
            <a:off x="13675" y="5027075"/>
            <a:ext cx="9116700" cy="0"/>
          </a:xfrm>
          <a:prstGeom prst="straightConnector1">
            <a:avLst/>
          </a:prstGeom>
          <a:noFill/>
          <a:ln cap="flat" cmpd="sng" w="9525">
            <a:solidFill>
              <a:srgbClr val="EEDFCD"/>
            </a:solidFill>
            <a:prstDash val="dash"/>
            <a:round/>
            <a:headEnd len="sm" w="sm" type="none"/>
            <a:tailEnd len="sm" w="sm" type="none"/>
          </a:ln>
        </p:spPr>
      </p:cxnSp>
      <p:sp>
        <p:nvSpPr>
          <p:cNvPr id="55" name="Google Shape;55;p13"/>
          <p:cNvSpPr txBox="1"/>
          <p:nvPr>
            <p:ph type="ctrTitle"/>
          </p:nvPr>
        </p:nvSpPr>
        <p:spPr>
          <a:xfrm>
            <a:off x="5609550" y="808825"/>
            <a:ext cx="2713200" cy="22821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3000"/>
              <a:buNone/>
              <a:defRPr b="1" sz="3000">
                <a:solidFill>
                  <a:srgbClr val="FFFFFF"/>
                </a:solidFill>
              </a:defRPr>
            </a:lvl1pPr>
            <a:lvl2pPr lvl="1" algn="l">
              <a:lnSpc>
                <a:spcPct val="100000"/>
              </a:lnSpc>
              <a:spcBef>
                <a:spcPts val="0"/>
              </a:spcBef>
              <a:spcAft>
                <a:spcPts val="0"/>
              </a:spcAft>
              <a:buClr>
                <a:srgbClr val="FFFFFF"/>
              </a:buClr>
              <a:buSzPts val="3000"/>
              <a:buNone/>
              <a:defRPr b="1" sz="3000">
                <a:solidFill>
                  <a:srgbClr val="FFFFFF"/>
                </a:solidFill>
              </a:defRPr>
            </a:lvl2pPr>
            <a:lvl3pPr lvl="2" algn="l">
              <a:lnSpc>
                <a:spcPct val="100000"/>
              </a:lnSpc>
              <a:spcBef>
                <a:spcPts val="0"/>
              </a:spcBef>
              <a:spcAft>
                <a:spcPts val="0"/>
              </a:spcAft>
              <a:buClr>
                <a:srgbClr val="FFFFFF"/>
              </a:buClr>
              <a:buSzPts val="3000"/>
              <a:buNone/>
              <a:defRPr b="1" sz="3000">
                <a:solidFill>
                  <a:srgbClr val="FFFFFF"/>
                </a:solidFill>
              </a:defRPr>
            </a:lvl3pPr>
            <a:lvl4pPr lvl="3" algn="l">
              <a:lnSpc>
                <a:spcPct val="100000"/>
              </a:lnSpc>
              <a:spcBef>
                <a:spcPts val="0"/>
              </a:spcBef>
              <a:spcAft>
                <a:spcPts val="0"/>
              </a:spcAft>
              <a:buClr>
                <a:srgbClr val="FFFFFF"/>
              </a:buClr>
              <a:buSzPts val="3000"/>
              <a:buNone/>
              <a:defRPr b="1" sz="3000">
                <a:solidFill>
                  <a:srgbClr val="FFFFFF"/>
                </a:solidFill>
              </a:defRPr>
            </a:lvl4pPr>
            <a:lvl5pPr lvl="4" algn="l">
              <a:lnSpc>
                <a:spcPct val="100000"/>
              </a:lnSpc>
              <a:spcBef>
                <a:spcPts val="0"/>
              </a:spcBef>
              <a:spcAft>
                <a:spcPts val="0"/>
              </a:spcAft>
              <a:buClr>
                <a:srgbClr val="FFFFFF"/>
              </a:buClr>
              <a:buSzPts val="3000"/>
              <a:buNone/>
              <a:defRPr b="1" sz="3000">
                <a:solidFill>
                  <a:srgbClr val="FFFFFF"/>
                </a:solidFill>
              </a:defRPr>
            </a:lvl5pPr>
            <a:lvl6pPr lvl="5" algn="l">
              <a:lnSpc>
                <a:spcPct val="100000"/>
              </a:lnSpc>
              <a:spcBef>
                <a:spcPts val="0"/>
              </a:spcBef>
              <a:spcAft>
                <a:spcPts val="0"/>
              </a:spcAft>
              <a:buClr>
                <a:srgbClr val="FFFFFF"/>
              </a:buClr>
              <a:buSzPts val="3000"/>
              <a:buNone/>
              <a:defRPr b="1" sz="3000">
                <a:solidFill>
                  <a:srgbClr val="FFFFFF"/>
                </a:solidFill>
              </a:defRPr>
            </a:lvl6pPr>
            <a:lvl7pPr lvl="6" algn="l">
              <a:lnSpc>
                <a:spcPct val="100000"/>
              </a:lnSpc>
              <a:spcBef>
                <a:spcPts val="0"/>
              </a:spcBef>
              <a:spcAft>
                <a:spcPts val="0"/>
              </a:spcAft>
              <a:buClr>
                <a:srgbClr val="FFFFFF"/>
              </a:buClr>
              <a:buSzPts val="3000"/>
              <a:buNone/>
              <a:defRPr b="1" sz="3000">
                <a:solidFill>
                  <a:srgbClr val="FFFFFF"/>
                </a:solidFill>
              </a:defRPr>
            </a:lvl7pPr>
            <a:lvl8pPr lvl="7" algn="l">
              <a:lnSpc>
                <a:spcPct val="100000"/>
              </a:lnSpc>
              <a:spcBef>
                <a:spcPts val="0"/>
              </a:spcBef>
              <a:spcAft>
                <a:spcPts val="0"/>
              </a:spcAft>
              <a:buClr>
                <a:srgbClr val="FFFFFF"/>
              </a:buClr>
              <a:buSzPts val="3000"/>
              <a:buNone/>
              <a:defRPr b="1" sz="3000">
                <a:solidFill>
                  <a:srgbClr val="FFFFFF"/>
                </a:solidFill>
              </a:defRPr>
            </a:lvl8pPr>
            <a:lvl9pPr lvl="8" algn="l">
              <a:lnSpc>
                <a:spcPct val="100000"/>
              </a:lnSpc>
              <a:spcBef>
                <a:spcPts val="0"/>
              </a:spcBef>
              <a:spcAft>
                <a:spcPts val="0"/>
              </a:spcAft>
              <a:buClr>
                <a:srgbClr val="FFFFFF"/>
              </a:buClr>
              <a:buSzPts val="3000"/>
              <a:buNone/>
              <a:defRPr b="1" sz="3000">
                <a:solidFill>
                  <a:srgbClr val="FFFFFF"/>
                </a:solidFill>
              </a:defRPr>
            </a:lvl9pPr>
          </a:lstStyle>
          <a:p/>
        </p:txBody>
      </p:sp>
      <p:sp>
        <p:nvSpPr>
          <p:cNvPr id="56" name="Google Shape;56;p13"/>
          <p:cNvSpPr txBox="1"/>
          <p:nvPr>
            <p:ph idx="1" type="subTitle"/>
          </p:nvPr>
        </p:nvSpPr>
        <p:spPr>
          <a:xfrm>
            <a:off x="5609550" y="3469725"/>
            <a:ext cx="2713200" cy="5877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1400"/>
              <a:buNone/>
              <a:defRPr sz="1400">
                <a:solidFill>
                  <a:srgbClr val="FFFFFF"/>
                </a:solidFill>
              </a:defRPr>
            </a:lvl1pPr>
            <a:lvl2pPr lvl="1" algn="l">
              <a:lnSpc>
                <a:spcPct val="100000"/>
              </a:lnSpc>
              <a:spcBef>
                <a:spcPts val="0"/>
              </a:spcBef>
              <a:spcAft>
                <a:spcPts val="0"/>
              </a:spcAft>
              <a:buClr>
                <a:srgbClr val="FFFFFF"/>
              </a:buClr>
              <a:buSzPts val="1400"/>
              <a:buNone/>
              <a:defRPr sz="1400">
                <a:solidFill>
                  <a:srgbClr val="FFFFFF"/>
                </a:solidFill>
              </a:defRPr>
            </a:lvl2pPr>
            <a:lvl3pPr lvl="2" algn="l">
              <a:lnSpc>
                <a:spcPct val="100000"/>
              </a:lnSpc>
              <a:spcBef>
                <a:spcPts val="0"/>
              </a:spcBef>
              <a:spcAft>
                <a:spcPts val="0"/>
              </a:spcAft>
              <a:buClr>
                <a:srgbClr val="FFFFFF"/>
              </a:buClr>
              <a:buSzPts val="1400"/>
              <a:buNone/>
              <a:defRPr sz="1400">
                <a:solidFill>
                  <a:srgbClr val="FFFFFF"/>
                </a:solidFill>
              </a:defRPr>
            </a:lvl3pPr>
            <a:lvl4pPr lvl="3" algn="l">
              <a:lnSpc>
                <a:spcPct val="100000"/>
              </a:lnSpc>
              <a:spcBef>
                <a:spcPts val="0"/>
              </a:spcBef>
              <a:spcAft>
                <a:spcPts val="0"/>
              </a:spcAft>
              <a:buClr>
                <a:srgbClr val="FFFFFF"/>
              </a:buClr>
              <a:buSzPts val="1400"/>
              <a:buNone/>
              <a:defRPr sz="1400">
                <a:solidFill>
                  <a:srgbClr val="FFFFFF"/>
                </a:solidFill>
              </a:defRPr>
            </a:lvl4pPr>
            <a:lvl5pPr lvl="4" algn="l">
              <a:lnSpc>
                <a:spcPct val="100000"/>
              </a:lnSpc>
              <a:spcBef>
                <a:spcPts val="0"/>
              </a:spcBef>
              <a:spcAft>
                <a:spcPts val="0"/>
              </a:spcAft>
              <a:buClr>
                <a:srgbClr val="FFFFFF"/>
              </a:buClr>
              <a:buSzPts val="1400"/>
              <a:buNone/>
              <a:defRPr sz="1400">
                <a:solidFill>
                  <a:srgbClr val="FFFFFF"/>
                </a:solidFill>
              </a:defRPr>
            </a:lvl5pPr>
            <a:lvl6pPr lvl="5" algn="l">
              <a:lnSpc>
                <a:spcPct val="100000"/>
              </a:lnSpc>
              <a:spcBef>
                <a:spcPts val="0"/>
              </a:spcBef>
              <a:spcAft>
                <a:spcPts val="0"/>
              </a:spcAft>
              <a:buClr>
                <a:srgbClr val="FFFFFF"/>
              </a:buClr>
              <a:buSzPts val="1400"/>
              <a:buNone/>
              <a:defRPr sz="1400">
                <a:solidFill>
                  <a:srgbClr val="FFFFFF"/>
                </a:solidFill>
              </a:defRPr>
            </a:lvl6pPr>
            <a:lvl7pPr lvl="6" algn="l">
              <a:lnSpc>
                <a:spcPct val="100000"/>
              </a:lnSpc>
              <a:spcBef>
                <a:spcPts val="0"/>
              </a:spcBef>
              <a:spcAft>
                <a:spcPts val="0"/>
              </a:spcAft>
              <a:buClr>
                <a:srgbClr val="FFFFFF"/>
              </a:buClr>
              <a:buSzPts val="1400"/>
              <a:buNone/>
              <a:defRPr sz="1400">
                <a:solidFill>
                  <a:srgbClr val="FFFFFF"/>
                </a:solidFill>
              </a:defRPr>
            </a:lvl7pPr>
            <a:lvl8pPr lvl="7" algn="l">
              <a:lnSpc>
                <a:spcPct val="100000"/>
              </a:lnSpc>
              <a:spcBef>
                <a:spcPts val="0"/>
              </a:spcBef>
              <a:spcAft>
                <a:spcPts val="0"/>
              </a:spcAft>
              <a:buClr>
                <a:srgbClr val="FFFFFF"/>
              </a:buClr>
              <a:buSzPts val="1400"/>
              <a:buNone/>
              <a:defRPr sz="1400">
                <a:solidFill>
                  <a:srgbClr val="FFFFFF"/>
                </a:solidFill>
              </a:defRPr>
            </a:lvl8pPr>
            <a:lvl9pPr lvl="8" algn="l">
              <a:lnSpc>
                <a:spcPct val="100000"/>
              </a:lnSpc>
              <a:spcBef>
                <a:spcPts val="0"/>
              </a:spcBef>
              <a:spcAft>
                <a:spcPts val="0"/>
              </a:spcAft>
              <a:buClr>
                <a:srgbClr val="FFFFFF"/>
              </a:buClr>
              <a:buSzPts val="1400"/>
              <a:buNone/>
              <a:defRPr sz="1400">
                <a:solidFill>
                  <a:srgbClr val="FFFFFF"/>
                </a:solidFill>
              </a:defRPr>
            </a:lvl9pPr>
          </a:lstStyle>
          <a:p/>
        </p:txBody>
      </p:sp>
      <p:sp>
        <p:nvSpPr>
          <p:cNvPr id="57" name="Google Shape;57;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FFFFFF"/>
                </a:solidFill>
              </a:defRPr>
            </a:lvl1pPr>
            <a:lvl2pPr lvl="1" algn="r">
              <a:lnSpc>
                <a:spcPct val="100000"/>
              </a:lnSpc>
              <a:spcAft>
                <a:spcPts val="0"/>
              </a:spcAft>
              <a:buNone/>
              <a:defRPr sz="1000">
                <a:solidFill>
                  <a:srgbClr val="FFFFFF"/>
                </a:solidFill>
              </a:defRPr>
            </a:lvl2pPr>
            <a:lvl3pPr lvl="2" algn="r">
              <a:lnSpc>
                <a:spcPct val="100000"/>
              </a:lnSpc>
              <a:spcAft>
                <a:spcPts val="0"/>
              </a:spcAft>
              <a:buNone/>
              <a:defRPr sz="1000">
                <a:solidFill>
                  <a:srgbClr val="FFFFFF"/>
                </a:solidFill>
              </a:defRPr>
            </a:lvl3pPr>
            <a:lvl4pPr lvl="3" algn="r">
              <a:lnSpc>
                <a:spcPct val="100000"/>
              </a:lnSpc>
              <a:spcAft>
                <a:spcPts val="0"/>
              </a:spcAft>
              <a:buNone/>
              <a:defRPr sz="1000">
                <a:solidFill>
                  <a:srgbClr val="FFFFFF"/>
                </a:solidFill>
              </a:defRPr>
            </a:lvl4pPr>
            <a:lvl5pPr lvl="4" algn="r">
              <a:lnSpc>
                <a:spcPct val="100000"/>
              </a:lnSpc>
              <a:spcAft>
                <a:spcPts val="0"/>
              </a:spcAft>
              <a:buNone/>
              <a:defRPr sz="1000">
                <a:solidFill>
                  <a:srgbClr val="FFFFFF"/>
                </a:solidFill>
              </a:defRPr>
            </a:lvl5pPr>
            <a:lvl6pPr lvl="5" algn="r">
              <a:lnSpc>
                <a:spcPct val="100000"/>
              </a:lnSpc>
              <a:spcAft>
                <a:spcPts val="0"/>
              </a:spcAft>
              <a:buNone/>
              <a:defRPr sz="1000">
                <a:solidFill>
                  <a:srgbClr val="FFFFFF"/>
                </a:solidFill>
              </a:defRPr>
            </a:lvl6pPr>
            <a:lvl7pPr lvl="6" algn="r">
              <a:lnSpc>
                <a:spcPct val="100000"/>
              </a:lnSpc>
              <a:spcAft>
                <a:spcPts val="0"/>
              </a:spcAft>
              <a:buNone/>
              <a:defRPr sz="1000">
                <a:solidFill>
                  <a:srgbClr val="FFFFFF"/>
                </a:solidFill>
              </a:defRPr>
            </a:lvl7pPr>
            <a:lvl8pPr lvl="7" algn="r">
              <a:lnSpc>
                <a:spcPct val="100000"/>
              </a:lnSpc>
              <a:spcAft>
                <a:spcPts val="0"/>
              </a:spcAft>
              <a:buNone/>
              <a:defRPr sz="1000">
                <a:solidFill>
                  <a:srgbClr val="FFFFFF"/>
                </a:solidFill>
              </a:defRPr>
            </a:lvl8pPr>
            <a:lvl9pPr lvl="8"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1">
  <p:cSld name="AUTOLAYOUT_1">
    <p:spTree>
      <p:nvGrpSpPr>
        <p:cNvPr id="58" name="Shape 58"/>
        <p:cNvGrpSpPr/>
        <p:nvPr/>
      </p:nvGrpSpPr>
      <p:grpSpPr>
        <a:xfrm>
          <a:off x="0" y="0"/>
          <a:ext cx="0" cy="0"/>
          <a:chOff x="0" y="0"/>
          <a:chExt cx="0" cy="0"/>
        </a:xfrm>
      </p:grpSpPr>
      <p:sp>
        <p:nvSpPr>
          <p:cNvPr id="59" name="Google Shape;59;p14"/>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2530550" y="1194000"/>
            <a:ext cx="6303300" cy="113400"/>
          </a:xfrm>
          <a:prstGeom prst="rect">
            <a:avLst/>
          </a:prstGeom>
          <a:solidFill>
            <a:srgbClr val="FFFFFF">
              <a:alpha val="376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307875" y="1194000"/>
            <a:ext cx="2024100" cy="113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type="title"/>
          </p:nvPr>
        </p:nvSpPr>
        <p:spPr>
          <a:xfrm>
            <a:off x="307875" y="1444550"/>
            <a:ext cx="2024100" cy="29757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2000"/>
              <a:buNone/>
              <a:defRPr b="1" sz="2000">
                <a:solidFill>
                  <a:srgbClr val="FFFFFF"/>
                </a:solidFill>
              </a:defRPr>
            </a:lvl1pPr>
            <a:lvl2pPr lvl="1" algn="l">
              <a:lnSpc>
                <a:spcPct val="100000"/>
              </a:lnSpc>
              <a:spcBef>
                <a:spcPts val="0"/>
              </a:spcBef>
              <a:spcAft>
                <a:spcPts val="0"/>
              </a:spcAft>
              <a:buClr>
                <a:srgbClr val="FFFFFF"/>
              </a:buClr>
              <a:buSzPts val="2000"/>
              <a:buNone/>
              <a:defRPr b="1" sz="2000">
                <a:solidFill>
                  <a:srgbClr val="FFFFFF"/>
                </a:solidFill>
              </a:defRPr>
            </a:lvl2pPr>
            <a:lvl3pPr lvl="2" algn="l">
              <a:lnSpc>
                <a:spcPct val="100000"/>
              </a:lnSpc>
              <a:spcBef>
                <a:spcPts val="0"/>
              </a:spcBef>
              <a:spcAft>
                <a:spcPts val="0"/>
              </a:spcAft>
              <a:buClr>
                <a:srgbClr val="FFFFFF"/>
              </a:buClr>
              <a:buSzPts val="2000"/>
              <a:buNone/>
              <a:defRPr b="1" sz="2000">
                <a:solidFill>
                  <a:srgbClr val="FFFFFF"/>
                </a:solidFill>
              </a:defRPr>
            </a:lvl3pPr>
            <a:lvl4pPr lvl="3" algn="l">
              <a:lnSpc>
                <a:spcPct val="100000"/>
              </a:lnSpc>
              <a:spcBef>
                <a:spcPts val="0"/>
              </a:spcBef>
              <a:spcAft>
                <a:spcPts val="0"/>
              </a:spcAft>
              <a:buClr>
                <a:srgbClr val="FFFFFF"/>
              </a:buClr>
              <a:buSzPts val="2000"/>
              <a:buNone/>
              <a:defRPr b="1" sz="2000">
                <a:solidFill>
                  <a:srgbClr val="FFFFFF"/>
                </a:solidFill>
              </a:defRPr>
            </a:lvl4pPr>
            <a:lvl5pPr lvl="4" algn="l">
              <a:lnSpc>
                <a:spcPct val="100000"/>
              </a:lnSpc>
              <a:spcBef>
                <a:spcPts val="0"/>
              </a:spcBef>
              <a:spcAft>
                <a:spcPts val="0"/>
              </a:spcAft>
              <a:buClr>
                <a:srgbClr val="FFFFFF"/>
              </a:buClr>
              <a:buSzPts val="2000"/>
              <a:buNone/>
              <a:defRPr b="1" sz="2000">
                <a:solidFill>
                  <a:srgbClr val="FFFFFF"/>
                </a:solidFill>
              </a:defRPr>
            </a:lvl5pPr>
            <a:lvl6pPr lvl="5" algn="l">
              <a:lnSpc>
                <a:spcPct val="100000"/>
              </a:lnSpc>
              <a:spcBef>
                <a:spcPts val="0"/>
              </a:spcBef>
              <a:spcAft>
                <a:spcPts val="0"/>
              </a:spcAft>
              <a:buClr>
                <a:srgbClr val="FFFFFF"/>
              </a:buClr>
              <a:buSzPts val="2000"/>
              <a:buNone/>
              <a:defRPr b="1" sz="2000">
                <a:solidFill>
                  <a:srgbClr val="FFFFFF"/>
                </a:solidFill>
              </a:defRPr>
            </a:lvl6pPr>
            <a:lvl7pPr lvl="6" algn="l">
              <a:lnSpc>
                <a:spcPct val="100000"/>
              </a:lnSpc>
              <a:spcBef>
                <a:spcPts val="0"/>
              </a:spcBef>
              <a:spcAft>
                <a:spcPts val="0"/>
              </a:spcAft>
              <a:buClr>
                <a:srgbClr val="FFFFFF"/>
              </a:buClr>
              <a:buSzPts val="2000"/>
              <a:buNone/>
              <a:defRPr b="1" sz="2000">
                <a:solidFill>
                  <a:srgbClr val="FFFFFF"/>
                </a:solidFill>
              </a:defRPr>
            </a:lvl7pPr>
            <a:lvl8pPr lvl="7" algn="l">
              <a:lnSpc>
                <a:spcPct val="100000"/>
              </a:lnSpc>
              <a:spcBef>
                <a:spcPts val="0"/>
              </a:spcBef>
              <a:spcAft>
                <a:spcPts val="0"/>
              </a:spcAft>
              <a:buClr>
                <a:srgbClr val="FFFFFF"/>
              </a:buClr>
              <a:buSzPts val="2000"/>
              <a:buNone/>
              <a:defRPr b="1" sz="2000">
                <a:solidFill>
                  <a:srgbClr val="FFFFFF"/>
                </a:solidFill>
              </a:defRPr>
            </a:lvl8pPr>
            <a:lvl9pPr lvl="8" algn="l">
              <a:lnSpc>
                <a:spcPct val="100000"/>
              </a:lnSpc>
              <a:spcBef>
                <a:spcPts val="0"/>
              </a:spcBef>
              <a:spcAft>
                <a:spcPts val="0"/>
              </a:spcAft>
              <a:buClr>
                <a:srgbClr val="FFFFFF"/>
              </a:buClr>
              <a:buSzPts val="2000"/>
              <a:buNone/>
              <a:defRPr b="1" sz="2000">
                <a:solidFill>
                  <a:srgbClr val="FFFFFF"/>
                </a:solidFill>
              </a:defRPr>
            </a:lvl9pPr>
          </a:lstStyle>
          <a:p/>
        </p:txBody>
      </p:sp>
      <p:sp>
        <p:nvSpPr>
          <p:cNvPr id="63" name="Google Shape;63;p14"/>
          <p:cNvSpPr txBox="1"/>
          <p:nvPr>
            <p:ph idx="1" type="body"/>
          </p:nvPr>
        </p:nvSpPr>
        <p:spPr>
          <a:xfrm>
            <a:off x="2530550" y="1444550"/>
            <a:ext cx="6303300" cy="2615100"/>
          </a:xfrm>
          <a:prstGeom prst="rect">
            <a:avLst/>
          </a:prstGeom>
          <a:noFill/>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FFFFFF"/>
              </a:buClr>
              <a:buSzPts val="1400"/>
              <a:buChar char="●"/>
              <a:defRPr sz="1400">
                <a:solidFill>
                  <a:srgbClr val="FFFFFF"/>
                </a:solidFill>
              </a:defRPr>
            </a:lvl1pPr>
            <a:lvl2pPr indent="-304800" lvl="1" marL="914400" algn="l">
              <a:lnSpc>
                <a:spcPct val="115000"/>
              </a:lnSpc>
              <a:spcBef>
                <a:spcPts val="1600"/>
              </a:spcBef>
              <a:spcAft>
                <a:spcPts val="0"/>
              </a:spcAft>
              <a:buClr>
                <a:srgbClr val="FFFFFF"/>
              </a:buClr>
              <a:buSzPts val="1200"/>
              <a:buChar char="○"/>
              <a:defRPr sz="1200">
                <a:solidFill>
                  <a:srgbClr val="FFFFFF"/>
                </a:solidFill>
              </a:defRPr>
            </a:lvl2pPr>
            <a:lvl3pPr indent="-304800" lvl="2" marL="1371600" algn="l">
              <a:lnSpc>
                <a:spcPct val="115000"/>
              </a:lnSpc>
              <a:spcBef>
                <a:spcPts val="1600"/>
              </a:spcBef>
              <a:spcAft>
                <a:spcPts val="0"/>
              </a:spcAft>
              <a:buClr>
                <a:srgbClr val="FFFFFF"/>
              </a:buClr>
              <a:buSzPts val="1200"/>
              <a:buChar char="■"/>
              <a:defRPr sz="1200">
                <a:solidFill>
                  <a:srgbClr val="FFFFFF"/>
                </a:solidFill>
              </a:defRPr>
            </a:lvl3pPr>
            <a:lvl4pPr indent="-304800" lvl="3" marL="1828800" algn="l">
              <a:lnSpc>
                <a:spcPct val="115000"/>
              </a:lnSpc>
              <a:spcBef>
                <a:spcPts val="1600"/>
              </a:spcBef>
              <a:spcAft>
                <a:spcPts val="0"/>
              </a:spcAft>
              <a:buClr>
                <a:srgbClr val="FFFFFF"/>
              </a:buClr>
              <a:buSzPts val="1200"/>
              <a:buChar char="●"/>
              <a:defRPr sz="1200">
                <a:solidFill>
                  <a:srgbClr val="FFFFFF"/>
                </a:solidFill>
              </a:defRPr>
            </a:lvl4pPr>
            <a:lvl5pPr indent="-304800" lvl="4" marL="2286000" algn="l">
              <a:lnSpc>
                <a:spcPct val="115000"/>
              </a:lnSpc>
              <a:spcBef>
                <a:spcPts val="1600"/>
              </a:spcBef>
              <a:spcAft>
                <a:spcPts val="0"/>
              </a:spcAft>
              <a:buClr>
                <a:srgbClr val="FFFFFF"/>
              </a:buClr>
              <a:buSzPts val="1200"/>
              <a:buChar char="○"/>
              <a:defRPr sz="1200">
                <a:solidFill>
                  <a:srgbClr val="FFFFFF"/>
                </a:solidFill>
              </a:defRPr>
            </a:lvl5pPr>
            <a:lvl6pPr indent="-304800" lvl="5" marL="2743200" algn="l">
              <a:lnSpc>
                <a:spcPct val="115000"/>
              </a:lnSpc>
              <a:spcBef>
                <a:spcPts val="1600"/>
              </a:spcBef>
              <a:spcAft>
                <a:spcPts val="0"/>
              </a:spcAft>
              <a:buClr>
                <a:srgbClr val="FFFFFF"/>
              </a:buClr>
              <a:buSzPts val="1200"/>
              <a:buChar char="■"/>
              <a:defRPr sz="1200">
                <a:solidFill>
                  <a:srgbClr val="FFFFFF"/>
                </a:solidFill>
              </a:defRPr>
            </a:lvl6pPr>
            <a:lvl7pPr indent="-304800" lvl="6" marL="3200400" algn="l">
              <a:lnSpc>
                <a:spcPct val="115000"/>
              </a:lnSpc>
              <a:spcBef>
                <a:spcPts val="1600"/>
              </a:spcBef>
              <a:spcAft>
                <a:spcPts val="0"/>
              </a:spcAft>
              <a:buClr>
                <a:srgbClr val="FFFFFF"/>
              </a:buClr>
              <a:buSzPts val="1200"/>
              <a:buChar char="●"/>
              <a:defRPr sz="1200">
                <a:solidFill>
                  <a:srgbClr val="FFFFFF"/>
                </a:solidFill>
              </a:defRPr>
            </a:lvl7pPr>
            <a:lvl8pPr indent="-304800" lvl="7" marL="3657600" algn="l">
              <a:lnSpc>
                <a:spcPct val="115000"/>
              </a:lnSpc>
              <a:spcBef>
                <a:spcPts val="1600"/>
              </a:spcBef>
              <a:spcAft>
                <a:spcPts val="0"/>
              </a:spcAft>
              <a:buClr>
                <a:srgbClr val="FFFFFF"/>
              </a:buClr>
              <a:buSzPts val="1200"/>
              <a:buChar char="○"/>
              <a:defRPr sz="1200">
                <a:solidFill>
                  <a:srgbClr val="FFFFFF"/>
                </a:solidFill>
              </a:defRPr>
            </a:lvl8pPr>
            <a:lvl9pPr indent="-304800" lvl="8" marL="4114800" algn="l">
              <a:lnSpc>
                <a:spcPct val="115000"/>
              </a:lnSpc>
              <a:spcBef>
                <a:spcPts val="1600"/>
              </a:spcBef>
              <a:spcAft>
                <a:spcPts val="1600"/>
              </a:spcAft>
              <a:buClr>
                <a:srgbClr val="FFFFFF"/>
              </a:buClr>
              <a:buSzPts val="1200"/>
              <a:buChar char="■"/>
              <a:defRPr sz="1200">
                <a:solidFill>
                  <a:srgbClr val="FFFFFF"/>
                </a:solidFill>
              </a:defRPr>
            </a:lvl9pPr>
          </a:lstStyle>
          <a:p/>
        </p:txBody>
      </p:sp>
      <p:sp>
        <p:nvSpPr>
          <p:cNvPr id="64" name="Google Shape;64;p14"/>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FFFFFF"/>
                </a:solidFill>
              </a:defRPr>
            </a:lvl1pPr>
            <a:lvl2pPr lvl="1" algn="r">
              <a:lnSpc>
                <a:spcPct val="100000"/>
              </a:lnSpc>
              <a:spcAft>
                <a:spcPts val="0"/>
              </a:spcAft>
              <a:buNone/>
              <a:defRPr sz="1000">
                <a:solidFill>
                  <a:srgbClr val="FFFFFF"/>
                </a:solidFill>
              </a:defRPr>
            </a:lvl2pPr>
            <a:lvl3pPr lvl="2" algn="r">
              <a:lnSpc>
                <a:spcPct val="100000"/>
              </a:lnSpc>
              <a:spcAft>
                <a:spcPts val="0"/>
              </a:spcAft>
              <a:buNone/>
              <a:defRPr sz="1000">
                <a:solidFill>
                  <a:srgbClr val="FFFFFF"/>
                </a:solidFill>
              </a:defRPr>
            </a:lvl3pPr>
            <a:lvl4pPr lvl="3" algn="r">
              <a:lnSpc>
                <a:spcPct val="100000"/>
              </a:lnSpc>
              <a:spcAft>
                <a:spcPts val="0"/>
              </a:spcAft>
              <a:buNone/>
              <a:defRPr sz="1000">
                <a:solidFill>
                  <a:srgbClr val="FFFFFF"/>
                </a:solidFill>
              </a:defRPr>
            </a:lvl4pPr>
            <a:lvl5pPr lvl="4" algn="r">
              <a:lnSpc>
                <a:spcPct val="100000"/>
              </a:lnSpc>
              <a:spcAft>
                <a:spcPts val="0"/>
              </a:spcAft>
              <a:buNone/>
              <a:defRPr sz="1000">
                <a:solidFill>
                  <a:srgbClr val="FFFFFF"/>
                </a:solidFill>
              </a:defRPr>
            </a:lvl5pPr>
            <a:lvl6pPr lvl="5" algn="r">
              <a:lnSpc>
                <a:spcPct val="100000"/>
              </a:lnSpc>
              <a:spcAft>
                <a:spcPts val="0"/>
              </a:spcAft>
              <a:buNone/>
              <a:defRPr sz="1000">
                <a:solidFill>
                  <a:srgbClr val="FFFFFF"/>
                </a:solidFill>
              </a:defRPr>
            </a:lvl6pPr>
            <a:lvl7pPr lvl="6" algn="r">
              <a:lnSpc>
                <a:spcPct val="100000"/>
              </a:lnSpc>
              <a:spcAft>
                <a:spcPts val="0"/>
              </a:spcAft>
              <a:buNone/>
              <a:defRPr sz="1000">
                <a:solidFill>
                  <a:srgbClr val="FFFFFF"/>
                </a:solidFill>
              </a:defRPr>
            </a:lvl7pPr>
            <a:lvl8pPr lvl="7" algn="r">
              <a:lnSpc>
                <a:spcPct val="100000"/>
              </a:lnSpc>
              <a:spcAft>
                <a:spcPts val="0"/>
              </a:spcAft>
              <a:buNone/>
              <a:defRPr sz="1000">
                <a:solidFill>
                  <a:srgbClr val="FFFFFF"/>
                </a:solidFill>
              </a:defRPr>
            </a:lvl8pPr>
            <a:lvl9pPr lvl="8"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3">
  <p:cSld name="AUTOLAYOUT_3">
    <p:bg>
      <p:bgPr>
        <a:solidFill>
          <a:srgbClr val="FFFFFF"/>
        </a:solidFill>
      </p:bgPr>
    </p:bg>
    <p:spTree>
      <p:nvGrpSpPr>
        <p:cNvPr id="65" name="Shape 65"/>
        <p:cNvGrpSpPr/>
        <p:nvPr/>
      </p:nvGrpSpPr>
      <p:grpSpPr>
        <a:xfrm>
          <a:off x="0" y="0"/>
          <a:ext cx="0" cy="0"/>
          <a:chOff x="0" y="0"/>
          <a:chExt cx="0" cy="0"/>
        </a:xfrm>
      </p:grpSpPr>
      <p:sp>
        <p:nvSpPr>
          <p:cNvPr id="66" name="Google Shape;66;p15"/>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15"/>
          <p:cNvGrpSpPr/>
          <p:nvPr/>
        </p:nvGrpSpPr>
        <p:grpSpPr>
          <a:xfrm>
            <a:off x="386075" y="403061"/>
            <a:ext cx="1354500" cy="137700"/>
            <a:chOff x="386075" y="419725"/>
            <a:chExt cx="1354500" cy="137700"/>
          </a:xfrm>
        </p:grpSpPr>
        <p:sp>
          <p:nvSpPr>
            <p:cNvPr id="68" name="Google Shape;68;p15"/>
            <p:cNvSpPr/>
            <p:nvPr/>
          </p:nvSpPr>
          <p:spPr>
            <a:xfrm>
              <a:off x="386075" y="419725"/>
              <a:ext cx="1354500" cy="137700"/>
            </a:xfrm>
            <a:prstGeom prst="rect">
              <a:avLst/>
            </a:prstGeom>
            <a:noFill/>
            <a:ln cap="flat" cmpd="sng" w="9525">
              <a:solidFill>
                <a:srgbClr val="92C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386075" y="419725"/>
              <a:ext cx="142800" cy="137700"/>
            </a:xfrm>
            <a:prstGeom prst="rect">
              <a:avLst/>
            </a:prstGeom>
            <a:noFill/>
            <a:ln cap="flat" cmpd="sng" w="9525">
              <a:solidFill>
                <a:srgbClr val="92C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687205" y="419725"/>
              <a:ext cx="142800" cy="137700"/>
            </a:xfrm>
            <a:prstGeom prst="rect">
              <a:avLst/>
            </a:prstGeom>
            <a:noFill/>
            <a:ln cap="flat" cmpd="sng" w="9525">
              <a:solidFill>
                <a:srgbClr val="92C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15"/>
          <p:cNvSpPr txBox="1"/>
          <p:nvPr>
            <p:ph type="title"/>
          </p:nvPr>
        </p:nvSpPr>
        <p:spPr>
          <a:xfrm>
            <a:off x="311700" y="633225"/>
            <a:ext cx="3127500" cy="792300"/>
          </a:xfrm>
          <a:prstGeom prst="rect">
            <a:avLst/>
          </a:prstGeom>
          <a:noFill/>
        </p:spPr>
        <p:txBody>
          <a:bodyPr anchorCtr="0" anchor="b" bIns="91425" lIns="91425" spcFirstLastPara="1" rIns="91425" wrap="square" tIns="91425">
            <a:noAutofit/>
          </a:bodyPr>
          <a:lstStyle>
            <a:lvl1pPr lvl="0" rtl="0" algn="l">
              <a:lnSpc>
                <a:spcPct val="100000"/>
              </a:lnSpc>
              <a:spcBef>
                <a:spcPts val="0"/>
              </a:spcBef>
              <a:spcAft>
                <a:spcPts val="0"/>
              </a:spcAft>
              <a:buNone/>
              <a:defRPr b="1" sz="1800">
                <a:solidFill>
                  <a:srgbClr val="FFFFFF"/>
                </a:solidFill>
              </a:defRPr>
            </a:lvl1pPr>
            <a:lvl2pPr lvl="1" rtl="0" algn="l">
              <a:lnSpc>
                <a:spcPct val="100000"/>
              </a:lnSpc>
              <a:spcBef>
                <a:spcPts val="0"/>
              </a:spcBef>
              <a:spcAft>
                <a:spcPts val="0"/>
              </a:spcAft>
              <a:buNone/>
              <a:defRPr b="1" sz="1800">
                <a:solidFill>
                  <a:srgbClr val="FFFFFF"/>
                </a:solidFill>
              </a:defRPr>
            </a:lvl2pPr>
            <a:lvl3pPr lvl="2" rtl="0" algn="l">
              <a:lnSpc>
                <a:spcPct val="100000"/>
              </a:lnSpc>
              <a:spcBef>
                <a:spcPts val="0"/>
              </a:spcBef>
              <a:spcAft>
                <a:spcPts val="0"/>
              </a:spcAft>
              <a:buNone/>
              <a:defRPr b="1" sz="1800">
                <a:solidFill>
                  <a:srgbClr val="FFFFFF"/>
                </a:solidFill>
              </a:defRPr>
            </a:lvl3pPr>
            <a:lvl4pPr lvl="3" rtl="0" algn="l">
              <a:lnSpc>
                <a:spcPct val="100000"/>
              </a:lnSpc>
              <a:spcBef>
                <a:spcPts val="0"/>
              </a:spcBef>
              <a:spcAft>
                <a:spcPts val="0"/>
              </a:spcAft>
              <a:buNone/>
              <a:defRPr b="1" sz="1800">
                <a:solidFill>
                  <a:srgbClr val="FFFFFF"/>
                </a:solidFill>
              </a:defRPr>
            </a:lvl4pPr>
            <a:lvl5pPr lvl="4" rtl="0" algn="l">
              <a:lnSpc>
                <a:spcPct val="100000"/>
              </a:lnSpc>
              <a:spcBef>
                <a:spcPts val="0"/>
              </a:spcBef>
              <a:spcAft>
                <a:spcPts val="0"/>
              </a:spcAft>
              <a:buNone/>
              <a:defRPr b="1" sz="1800">
                <a:solidFill>
                  <a:srgbClr val="FFFFFF"/>
                </a:solidFill>
              </a:defRPr>
            </a:lvl5pPr>
            <a:lvl6pPr lvl="5" rtl="0" algn="l">
              <a:lnSpc>
                <a:spcPct val="100000"/>
              </a:lnSpc>
              <a:spcBef>
                <a:spcPts val="0"/>
              </a:spcBef>
              <a:spcAft>
                <a:spcPts val="0"/>
              </a:spcAft>
              <a:buNone/>
              <a:defRPr b="1" sz="1800">
                <a:solidFill>
                  <a:srgbClr val="FFFFFF"/>
                </a:solidFill>
              </a:defRPr>
            </a:lvl6pPr>
            <a:lvl7pPr lvl="6" rtl="0" algn="l">
              <a:lnSpc>
                <a:spcPct val="100000"/>
              </a:lnSpc>
              <a:spcBef>
                <a:spcPts val="0"/>
              </a:spcBef>
              <a:spcAft>
                <a:spcPts val="0"/>
              </a:spcAft>
              <a:buNone/>
              <a:defRPr b="1" sz="1800">
                <a:solidFill>
                  <a:srgbClr val="FFFFFF"/>
                </a:solidFill>
              </a:defRPr>
            </a:lvl7pPr>
            <a:lvl8pPr lvl="7" rtl="0" algn="l">
              <a:lnSpc>
                <a:spcPct val="100000"/>
              </a:lnSpc>
              <a:spcBef>
                <a:spcPts val="0"/>
              </a:spcBef>
              <a:spcAft>
                <a:spcPts val="0"/>
              </a:spcAft>
              <a:buNone/>
              <a:defRPr b="1" sz="1800">
                <a:solidFill>
                  <a:srgbClr val="FFFFFF"/>
                </a:solidFill>
              </a:defRPr>
            </a:lvl8pPr>
            <a:lvl9pPr lvl="8" rtl="0" algn="l">
              <a:lnSpc>
                <a:spcPct val="100000"/>
              </a:lnSpc>
              <a:spcBef>
                <a:spcPts val="0"/>
              </a:spcBef>
              <a:spcAft>
                <a:spcPts val="0"/>
              </a:spcAft>
              <a:buNone/>
              <a:defRPr b="1" sz="1800">
                <a:solidFill>
                  <a:srgbClr val="FFFFFF"/>
                </a:solidFill>
              </a:defRPr>
            </a:lvl9pPr>
          </a:lstStyle>
          <a:p/>
        </p:txBody>
      </p:sp>
      <p:sp>
        <p:nvSpPr>
          <p:cNvPr id="72" name="Google Shape;72;p15"/>
          <p:cNvSpPr txBox="1"/>
          <p:nvPr>
            <p:ph idx="1" type="body"/>
          </p:nvPr>
        </p:nvSpPr>
        <p:spPr>
          <a:xfrm>
            <a:off x="311700" y="1432425"/>
            <a:ext cx="3127500" cy="3365700"/>
          </a:xfrm>
          <a:prstGeom prst="rect">
            <a:avLst/>
          </a:prstGeom>
          <a:noFill/>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Clr>
                <a:srgbClr val="E8FDFE"/>
              </a:buClr>
              <a:buSzPts val="1200"/>
              <a:buChar char="●"/>
              <a:defRPr sz="1200">
                <a:solidFill>
                  <a:srgbClr val="E8FDFE"/>
                </a:solidFill>
              </a:defRPr>
            </a:lvl1pPr>
            <a:lvl2pPr indent="-292100" lvl="1" marL="914400" rtl="0" algn="l">
              <a:lnSpc>
                <a:spcPct val="115000"/>
              </a:lnSpc>
              <a:spcBef>
                <a:spcPts val="1600"/>
              </a:spcBef>
              <a:spcAft>
                <a:spcPts val="0"/>
              </a:spcAft>
              <a:buClr>
                <a:srgbClr val="E8FDFE"/>
              </a:buClr>
              <a:buSzPts val="1000"/>
              <a:buChar char="○"/>
              <a:defRPr sz="1000">
                <a:solidFill>
                  <a:srgbClr val="E8FDFE"/>
                </a:solidFill>
              </a:defRPr>
            </a:lvl2pPr>
            <a:lvl3pPr indent="-292100" lvl="2" marL="1371600" rtl="0" algn="l">
              <a:lnSpc>
                <a:spcPct val="115000"/>
              </a:lnSpc>
              <a:spcBef>
                <a:spcPts val="1600"/>
              </a:spcBef>
              <a:spcAft>
                <a:spcPts val="0"/>
              </a:spcAft>
              <a:buClr>
                <a:srgbClr val="E8FDFE"/>
              </a:buClr>
              <a:buSzPts val="1000"/>
              <a:buChar char="■"/>
              <a:defRPr sz="1000">
                <a:solidFill>
                  <a:srgbClr val="E8FDFE"/>
                </a:solidFill>
              </a:defRPr>
            </a:lvl3pPr>
            <a:lvl4pPr indent="-292100" lvl="3" marL="1828800" rtl="0" algn="l">
              <a:lnSpc>
                <a:spcPct val="115000"/>
              </a:lnSpc>
              <a:spcBef>
                <a:spcPts val="1600"/>
              </a:spcBef>
              <a:spcAft>
                <a:spcPts val="0"/>
              </a:spcAft>
              <a:buClr>
                <a:srgbClr val="E8FDFE"/>
              </a:buClr>
              <a:buSzPts val="1000"/>
              <a:buChar char="●"/>
              <a:defRPr sz="1000">
                <a:solidFill>
                  <a:srgbClr val="E8FDFE"/>
                </a:solidFill>
              </a:defRPr>
            </a:lvl4pPr>
            <a:lvl5pPr indent="-292100" lvl="4" marL="2286000" rtl="0" algn="l">
              <a:lnSpc>
                <a:spcPct val="115000"/>
              </a:lnSpc>
              <a:spcBef>
                <a:spcPts val="1600"/>
              </a:spcBef>
              <a:spcAft>
                <a:spcPts val="0"/>
              </a:spcAft>
              <a:buClr>
                <a:srgbClr val="E8FDFE"/>
              </a:buClr>
              <a:buSzPts val="1000"/>
              <a:buChar char="○"/>
              <a:defRPr sz="1000">
                <a:solidFill>
                  <a:srgbClr val="E8FDFE"/>
                </a:solidFill>
              </a:defRPr>
            </a:lvl5pPr>
            <a:lvl6pPr indent="-292100" lvl="5" marL="2743200" rtl="0" algn="l">
              <a:lnSpc>
                <a:spcPct val="115000"/>
              </a:lnSpc>
              <a:spcBef>
                <a:spcPts val="1600"/>
              </a:spcBef>
              <a:spcAft>
                <a:spcPts val="0"/>
              </a:spcAft>
              <a:buClr>
                <a:srgbClr val="E8FDFE"/>
              </a:buClr>
              <a:buSzPts val="1000"/>
              <a:buChar char="■"/>
              <a:defRPr sz="1000">
                <a:solidFill>
                  <a:srgbClr val="E8FDFE"/>
                </a:solidFill>
              </a:defRPr>
            </a:lvl6pPr>
            <a:lvl7pPr indent="-292100" lvl="6" marL="3200400" rtl="0" algn="l">
              <a:lnSpc>
                <a:spcPct val="115000"/>
              </a:lnSpc>
              <a:spcBef>
                <a:spcPts val="1600"/>
              </a:spcBef>
              <a:spcAft>
                <a:spcPts val="0"/>
              </a:spcAft>
              <a:buClr>
                <a:srgbClr val="E8FDFE"/>
              </a:buClr>
              <a:buSzPts val="1000"/>
              <a:buChar char="●"/>
              <a:defRPr sz="1000">
                <a:solidFill>
                  <a:srgbClr val="E8FDFE"/>
                </a:solidFill>
              </a:defRPr>
            </a:lvl7pPr>
            <a:lvl8pPr indent="-292100" lvl="7" marL="3657600" rtl="0" algn="l">
              <a:lnSpc>
                <a:spcPct val="115000"/>
              </a:lnSpc>
              <a:spcBef>
                <a:spcPts val="1600"/>
              </a:spcBef>
              <a:spcAft>
                <a:spcPts val="0"/>
              </a:spcAft>
              <a:buClr>
                <a:srgbClr val="E8FDFE"/>
              </a:buClr>
              <a:buSzPts val="1000"/>
              <a:buChar char="○"/>
              <a:defRPr sz="1000">
                <a:solidFill>
                  <a:srgbClr val="E8FDFE"/>
                </a:solidFill>
              </a:defRPr>
            </a:lvl8pPr>
            <a:lvl9pPr indent="-292100" lvl="8" marL="4114800" rtl="0" algn="l">
              <a:lnSpc>
                <a:spcPct val="115000"/>
              </a:lnSpc>
              <a:spcBef>
                <a:spcPts val="1600"/>
              </a:spcBef>
              <a:spcAft>
                <a:spcPts val="1600"/>
              </a:spcAft>
              <a:buClr>
                <a:srgbClr val="E8FDFE"/>
              </a:buClr>
              <a:buSzPts val="1000"/>
              <a:buChar char="■"/>
              <a:defRPr sz="1000">
                <a:solidFill>
                  <a:srgbClr val="E8FDFE"/>
                </a:solidFill>
              </a:defRPr>
            </a:lvl9pPr>
          </a:lstStyle>
          <a:p/>
        </p:txBody>
      </p:sp>
      <p:sp>
        <p:nvSpPr>
          <p:cNvPr id="73" name="Google Shape;73;p15"/>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rgbClr val="616161"/>
                </a:solidFill>
              </a:defRPr>
            </a:lvl1pPr>
            <a:lvl2pPr lvl="1" rtl="0" algn="r">
              <a:lnSpc>
                <a:spcPct val="100000"/>
              </a:lnSpc>
              <a:spcAft>
                <a:spcPts val="0"/>
              </a:spcAft>
              <a:buNone/>
              <a:defRPr sz="1000">
                <a:solidFill>
                  <a:srgbClr val="616161"/>
                </a:solidFill>
              </a:defRPr>
            </a:lvl2pPr>
            <a:lvl3pPr lvl="2" rtl="0" algn="r">
              <a:lnSpc>
                <a:spcPct val="100000"/>
              </a:lnSpc>
              <a:spcAft>
                <a:spcPts val="0"/>
              </a:spcAft>
              <a:buNone/>
              <a:defRPr sz="1000">
                <a:solidFill>
                  <a:srgbClr val="616161"/>
                </a:solidFill>
              </a:defRPr>
            </a:lvl3pPr>
            <a:lvl4pPr lvl="3" rtl="0" algn="r">
              <a:lnSpc>
                <a:spcPct val="100000"/>
              </a:lnSpc>
              <a:spcAft>
                <a:spcPts val="0"/>
              </a:spcAft>
              <a:buNone/>
              <a:defRPr sz="1000">
                <a:solidFill>
                  <a:srgbClr val="616161"/>
                </a:solidFill>
              </a:defRPr>
            </a:lvl4pPr>
            <a:lvl5pPr lvl="4" rtl="0" algn="r">
              <a:lnSpc>
                <a:spcPct val="100000"/>
              </a:lnSpc>
              <a:spcAft>
                <a:spcPts val="0"/>
              </a:spcAft>
              <a:buNone/>
              <a:defRPr sz="1000">
                <a:solidFill>
                  <a:srgbClr val="616161"/>
                </a:solidFill>
              </a:defRPr>
            </a:lvl5pPr>
            <a:lvl6pPr lvl="5" rtl="0" algn="r">
              <a:lnSpc>
                <a:spcPct val="100000"/>
              </a:lnSpc>
              <a:spcAft>
                <a:spcPts val="0"/>
              </a:spcAft>
              <a:buNone/>
              <a:defRPr sz="1000">
                <a:solidFill>
                  <a:srgbClr val="616161"/>
                </a:solidFill>
              </a:defRPr>
            </a:lvl6pPr>
            <a:lvl7pPr lvl="6" rtl="0" algn="r">
              <a:lnSpc>
                <a:spcPct val="100000"/>
              </a:lnSpc>
              <a:spcAft>
                <a:spcPts val="0"/>
              </a:spcAft>
              <a:buNone/>
              <a:defRPr sz="1000">
                <a:solidFill>
                  <a:srgbClr val="616161"/>
                </a:solidFill>
              </a:defRPr>
            </a:lvl7pPr>
            <a:lvl8pPr lvl="7" rtl="0" algn="r">
              <a:lnSpc>
                <a:spcPct val="100000"/>
              </a:lnSpc>
              <a:spcAft>
                <a:spcPts val="0"/>
              </a:spcAft>
              <a:buNone/>
              <a:defRPr sz="1000">
                <a:solidFill>
                  <a:srgbClr val="616161"/>
                </a:solidFill>
              </a:defRPr>
            </a:lvl8pPr>
            <a:lvl9pPr lvl="8" rtl="0" algn="r">
              <a:lnSpc>
                <a:spcPct val="100000"/>
              </a:lnSpc>
              <a:spcAft>
                <a:spcPts val="0"/>
              </a:spcAft>
              <a:buNone/>
              <a:defRPr sz="1000">
                <a:solidFill>
                  <a:srgbClr val="61616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2">
  <p:cSld name="AUTOLAYOUT_4">
    <p:bg>
      <p:bgPr>
        <a:solidFill>
          <a:srgbClr val="FFFFFF"/>
        </a:solidFill>
      </p:bgPr>
    </p:bg>
    <p:spTree>
      <p:nvGrpSpPr>
        <p:cNvPr id="74" name="Shape 74"/>
        <p:cNvGrpSpPr/>
        <p:nvPr/>
      </p:nvGrpSpPr>
      <p:grpSpPr>
        <a:xfrm>
          <a:off x="0" y="0"/>
          <a:ext cx="0" cy="0"/>
          <a:chOff x="0" y="0"/>
          <a:chExt cx="0" cy="0"/>
        </a:xfrm>
      </p:grpSpPr>
      <p:sp>
        <p:nvSpPr>
          <p:cNvPr id="75" name="Google Shape;75;p16"/>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txBox="1"/>
          <p:nvPr>
            <p:ph type="title"/>
          </p:nvPr>
        </p:nvSpPr>
        <p:spPr>
          <a:xfrm>
            <a:off x="291875" y="406900"/>
            <a:ext cx="4813500" cy="1388700"/>
          </a:xfrm>
          <a:prstGeom prst="rect">
            <a:avLst/>
          </a:prstGeom>
          <a:noFill/>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3000"/>
              <a:buNone/>
              <a:defRPr sz="3000">
                <a:solidFill>
                  <a:schemeClr val="dk1"/>
                </a:solidFill>
              </a:defRPr>
            </a:lvl1pPr>
            <a:lvl2pPr lvl="1" algn="l">
              <a:lnSpc>
                <a:spcPct val="100000"/>
              </a:lnSpc>
              <a:spcBef>
                <a:spcPts val="0"/>
              </a:spcBef>
              <a:spcAft>
                <a:spcPts val="0"/>
              </a:spcAft>
              <a:buClr>
                <a:schemeClr val="dk1"/>
              </a:buClr>
              <a:buSzPts val="3000"/>
              <a:buNone/>
              <a:defRPr sz="3000">
                <a:solidFill>
                  <a:schemeClr val="dk1"/>
                </a:solidFill>
              </a:defRPr>
            </a:lvl2pPr>
            <a:lvl3pPr lvl="2" algn="l">
              <a:lnSpc>
                <a:spcPct val="100000"/>
              </a:lnSpc>
              <a:spcBef>
                <a:spcPts val="0"/>
              </a:spcBef>
              <a:spcAft>
                <a:spcPts val="0"/>
              </a:spcAft>
              <a:buClr>
                <a:schemeClr val="dk1"/>
              </a:buClr>
              <a:buSzPts val="3000"/>
              <a:buNone/>
              <a:defRPr sz="3000">
                <a:solidFill>
                  <a:schemeClr val="dk1"/>
                </a:solidFill>
              </a:defRPr>
            </a:lvl3pPr>
            <a:lvl4pPr lvl="3" algn="l">
              <a:lnSpc>
                <a:spcPct val="100000"/>
              </a:lnSpc>
              <a:spcBef>
                <a:spcPts val="0"/>
              </a:spcBef>
              <a:spcAft>
                <a:spcPts val="0"/>
              </a:spcAft>
              <a:buClr>
                <a:schemeClr val="dk1"/>
              </a:buClr>
              <a:buSzPts val="3000"/>
              <a:buNone/>
              <a:defRPr sz="3000">
                <a:solidFill>
                  <a:schemeClr val="dk1"/>
                </a:solidFill>
              </a:defRPr>
            </a:lvl4pPr>
            <a:lvl5pPr lvl="4" algn="l">
              <a:lnSpc>
                <a:spcPct val="100000"/>
              </a:lnSpc>
              <a:spcBef>
                <a:spcPts val="0"/>
              </a:spcBef>
              <a:spcAft>
                <a:spcPts val="0"/>
              </a:spcAft>
              <a:buClr>
                <a:schemeClr val="dk1"/>
              </a:buClr>
              <a:buSzPts val="3000"/>
              <a:buNone/>
              <a:defRPr sz="3000">
                <a:solidFill>
                  <a:schemeClr val="dk1"/>
                </a:solidFill>
              </a:defRPr>
            </a:lvl5pPr>
            <a:lvl6pPr lvl="5" algn="l">
              <a:lnSpc>
                <a:spcPct val="100000"/>
              </a:lnSpc>
              <a:spcBef>
                <a:spcPts val="0"/>
              </a:spcBef>
              <a:spcAft>
                <a:spcPts val="0"/>
              </a:spcAft>
              <a:buClr>
                <a:schemeClr val="dk1"/>
              </a:buClr>
              <a:buSzPts val="3000"/>
              <a:buNone/>
              <a:defRPr sz="3000">
                <a:solidFill>
                  <a:schemeClr val="dk1"/>
                </a:solidFill>
              </a:defRPr>
            </a:lvl6pPr>
            <a:lvl7pPr lvl="6" algn="l">
              <a:lnSpc>
                <a:spcPct val="100000"/>
              </a:lnSpc>
              <a:spcBef>
                <a:spcPts val="0"/>
              </a:spcBef>
              <a:spcAft>
                <a:spcPts val="0"/>
              </a:spcAft>
              <a:buClr>
                <a:schemeClr val="dk1"/>
              </a:buClr>
              <a:buSzPts val="3000"/>
              <a:buNone/>
              <a:defRPr sz="3000">
                <a:solidFill>
                  <a:schemeClr val="dk1"/>
                </a:solidFill>
              </a:defRPr>
            </a:lvl7pPr>
            <a:lvl8pPr lvl="7" algn="l">
              <a:lnSpc>
                <a:spcPct val="100000"/>
              </a:lnSpc>
              <a:spcBef>
                <a:spcPts val="0"/>
              </a:spcBef>
              <a:spcAft>
                <a:spcPts val="0"/>
              </a:spcAft>
              <a:buClr>
                <a:schemeClr val="dk1"/>
              </a:buClr>
              <a:buSzPts val="3000"/>
              <a:buNone/>
              <a:defRPr sz="3000">
                <a:solidFill>
                  <a:schemeClr val="dk1"/>
                </a:solidFill>
              </a:defRPr>
            </a:lvl8pPr>
            <a:lvl9pPr lvl="8" algn="l">
              <a:lnSpc>
                <a:spcPct val="100000"/>
              </a:lnSpc>
              <a:spcBef>
                <a:spcPts val="0"/>
              </a:spcBef>
              <a:spcAft>
                <a:spcPts val="0"/>
              </a:spcAft>
              <a:buClr>
                <a:schemeClr val="dk1"/>
              </a:buClr>
              <a:buSzPts val="3000"/>
              <a:buNone/>
              <a:defRPr sz="3000">
                <a:solidFill>
                  <a:schemeClr val="dk1"/>
                </a:solidFill>
              </a:defRPr>
            </a:lvl9pPr>
          </a:lstStyle>
          <a:p/>
        </p:txBody>
      </p:sp>
      <p:sp>
        <p:nvSpPr>
          <p:cNvPr id="77" name="Google Shape;77;p16"/>
          <p:cNvSpPr txBox="1"/>
          <p:nvPr>
            <p:ph idx="1" type="body"/>
          </p:nvPr>
        </p:nvSpPr>
        <p:spPr>
          <a:xfrm>
            <a:off x="291975" y="1854951"/>
            <a:ext cx="4813500" cy="2577000"/>
          </a:xfrm>
          <a:prstGeom prst="rect">
            <a:avLst/>
          </a:prstGeom>
          <a:noFill/>
        </p:spPr>
        <p:txBody>
          <a:bodyPr anchorCtr="0" anchor="t" bIns="91425" lIns="91425" spcFirstLastPara="1" rIns="91425" wrap="square" tIns="91425">
            <a:no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317500" lvl="1" marL="914400" algn="l">
              <a:lnSpc>
                <a:spcPct val="115000"/>
              </a:lnSpc>
              <a:spcBef>
                <a:spcPts val="1600"/>
              </a:spcBef>
              <a:spcAft>
                <a:spcPts val="0"/>
              </a:spcAft>
              <a:buClr>
                <a:schemeClr val="dk2"/>
              </a:buClr>
              <a:buSzPts val="1400"/>
              <a:buChar char="○"/>
              <a:defRPr sz="1400">
                <a:solidFill>
                  <a:schemeClr val="dk2"/>
                </a:solidFill>
              </a:defRPr>
            </a:lvl2pPr>
            <a:lvl3pPr indent="-317500" lvl="2" marL="1371600" algn="l">
              <a:lnSpc>
                <a:spcPct val="115000"/>
              </a:lnSpc>
              <a:spcBef>
                <a:spcPts val="1600"/>
              </a:spcBef>
              <a:spcAft>
                <a:spcPts val="0"/>
              </a:spcAft>
              <a:buClr>
                <a:schemeClr val="dk2"/>
              </a:buClr>
              <a:buSzPts val="1400"/>
              <a:buChar char="■"/>
              <a:defRPr sz="1400">
                <a:solidFill>
                  <a:schemeClr val="dk2"/>
                </a:solidFill>
              </a:defRPr>
            </a:lvl3pPr>
            <a:lvl4pPr indent="-317500" lvl="3" marL="1828800" algn="l">
              <a:lnSpc>
                <a:spcPct val="115000"/>
              </a:lnSpc>
              <a:spcBef>
                <a:spcPts val="1600"/>
              </a:spcBef>
              <a:spcAft>
                <a:spcPts val="0"/>
              </a:spcAft>
              <a:buClr>
                <a:schemeClr val="dk2"/>
              </a:buClr>
              <a:buSzPts val="1400"/>
              <a:buChar char="●"/>
              <a:defRPr sz="1400">
                <a:solidFill>
                  <a:schemeClr val="dk2"/>
                </a:solidFill>
              </a:defRPr>
            </a:lvl4pPr>
            <a:lvl5pPr indent="-317500" lvl="4" marL="2286000" algn="l">
              <a:lnSpc>
                <a:spcPct val="115000"/>
              </a:lnSpc>
              <a:spcBef>
                <a:spcPts val="1600"/>
              </a:spcBef>
              <a:spcAft>
                <a:spcPts val="0"/>
              </a:spcAft>
              <a:buClr>
                <a:schemeClr val="dk2"/>
              </a:buClr>
              <a:buSzPts val="1400"/>
              <a:buChar char="○"/>
              <a:defRPr sz="1400">
                <a:solidFill>
                  <a:schemeClr val="dk2"/>
                </a:solidFill>
              </a:defRPr>
            </a:lvl5pPr>
            <a:lvl6pPr indent="-317500" lvl="5" marL="2743200" algn="l">
              <a:lnSpc>
                <a:spcPct val="115000"/>
              </a:lnSpc>
              <a:spcBef>
                <a:spcPts val="1600"/>
              </a:spcBef>
              <a:spcAft>
                <a:spcPts val="0"/>
              </a:spcAft>
              <a:buClr>
                <a:schemeClr val="dk2"/>
              </a:buClr>
              <a:buSzPts val="1400"/>
              <a:buChar char="■"/>
              <a:defRPr sz="1400">
                <a:solidFill>
                  <a:schemeClr val="dk2"/>
                </a:solidFill>
              </a:defRPr>
            </a:lvl6pPr>
            <a:lvl7pPr indent="-317500" lvl="6" marL="3200400" algn="l">
              <a:lnSpc>
                <a:spcPct val="115000"/>
              </a:lnSpc>
              <a:spcBef>
                <a:spcPts val="1600"/>
              </a:spcBef>
              <a:spcAft>
                <a:spcPts val="0"/>
              </a:spcAft>
              <a:buClr>
                <a:schemeClr val="dk2"/>
              </a:buClr>
              <a:buSzPts val="1400"/>
              <a:buChar char="●"/>
              <a:defRPr sz="1400">
                <a:solidFill>
                  <a:schemeClr val="dk2"/>
                </a:solidFill>
              </a:defRPr>
            </a:lvl7pPr>
            <a:lvl8pPr indent="-317500" lvl="7" marL="3657600" algn="l">
              <a:lnSpc>
                <a:spcPct val="115000"/>
              </a:lnSpc>
              <a:spcBef>
                <a:spcPts val="1600"/>
              </a:spcBef>
              <a:spcAft>
                <a:spcPts val="0"/>
              </a:spcAft>
              <a:buClr>
                <a:schemeClr val="dk2"/>
              </a:buClr>
              <a:buSzPts val="1400"/>
              <a:buChar char="○"/>
              <a:defRPr sz="1400">
                <a:solidFill>
                  <a:schemeClr val="dk2"/>
                </a:solidFill>
              </a:defRPr>
            </a:lvl8pPr>
            <a:lvl9pPr indent="-317500" lvl="8" marL="4114800" algn="l">
              <a:lnSpc>
                <a:spcPct val="115000"/>
              </a:lnSpc>
              <a:spcBef>
                <a:spcPts val="1600"/>
              </a:spcBef>
              <a:spcAft>
                <a:spcPts val="1600"/>
              </a:spcAft>
              <a:buClr>
                <a:schemeClr val="dk2"/>
              </a:buClr>
              <a:buSzPts val="1400"/>
              <a:buChar char="■"/>
              <a:defRPr sz="1400">
                <a:solidFill>
                  <a:schemeClr val="dk2"/>
                </a:solidFill>
              </a:defRPr>
            </a:lvl9pPr>
          </a:lstStyle>
          <a:p/>
        </p:txBody>
      </p:sp>
      <p:sp>
        <p:nvSpPr>
          <p:cNvPr id="78" name="Google Shape;78;p16"/>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4">
  <p:cSld name="AUTOLAYOUT_5">
    <p:bg>
      <p:bgPr>
        <a:solidFill>
          <a:srgbClr val="FFFFFF"/>
        </a:solidFill>
      </p:bgPr>
    </p:bg>
    <p:spTree>
      <p:nvGrpSpPr>
        <p:cNvPr id="79" name="Shape 79"/>
        <p:cNvGrpSpPr/>
        <p:nvPr/>
      </p:nvGrpSpPr>
      <p:grpSpPr>
        <a:xfrm>
          <a:off x="0" y="0"/>
          <a:ext cx="0" cy="0"/>
          <a:chOff x="0" y="0"/>
          <a:chExt cx="0" cy="0"/>
        </a:xfrm>
      </p:grpSpPr>
      <p:sp>
        <p:nvSpPr>
          <p:cNvPr id="80" name="Google Shape;80;p17"/>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212121"/>
                </a:solidFill>
              </a:defRPr>
            </a:lvl1pPr>
            <a:lvl2pPr lvl="1" algn="r">
              <a:lnSpc>
                <a:spcPct val="100000"/>
              </a:lnSpc>
              <a:spcAft>
                <a:spcPts val="0"/>
              </a:spcAft>
              <a:buNone/>
              <a:defRPr sz="1000">
                <a:solidFill>
                  <a:srgbClr val="212121"/>
                </a:solidFill>
              </a:defRPr>
            </a:lvl2pPr>
            <a:lvl3pPr lvl="2" algn="r">
              <a:lnSpc>
                <a:spcPct val="100000"/>
              </a:lnSpc>
              <a:spcAft>
                <a:spcPts val="0"/>
              </a:spcAft>
              <a:buNone/>
              <a:defRPr sz="1000">
                <a:solidFill>
                  <a:srgbClr val="212121"/>
                </a:solidFill>
              </a:defRPr>
            </a:lvl3pPr>
            <a:lvl4pPr lvl="3" algn="r">
              <a:lnSpc>
                <a:spcPct val="100000"/>
              </a:lnSpc>
              <a:spcAft>
                <a:spcPts val="0"/>
              </a:spcAft>
              <a:buNone/>
              <a:defRPr sz="1000">
                <a:solidFill>
                  <a:srgbClr val="212121"/>
                </a:solidFill>
              </a:defRPr>
            </a:lvl4pPr>
            <a:lvl5pPr lvl="4" algn="r">
              <a:lnSpc>
                <a:spcPct val="100000"/>
              </a:lnSpc>
              <a:spcAft>
                <a:spcPts val="0"/>
              </a:spcAft>
              <a:buNone/>
              <a:defRPr sz="1000">
                <a:solidFill>
                  <a:srgbClr val="212121"/>
                </a:solidFill>
              </a:defRPr>
            </a:lvl5pPr>
            <a:lvl6pPr lvl="5" algn="r">
              <a:lnSpc>
                <a:spcPct val="100000"/>
              </a:lnSpc>
              <a:spcAft>
                <a:spcPts val="0"/>
              </a:spcAft>
              <a:buNone/>
              <a:defRPr sz="1000">
                <a:solidFill>
                  <a:srgbClr val="212121"/>
                </a:solidFill>
              </a:defRPr>
            </a:lvl6pPr>
            <a:lvl7pPr lvl="6" algn="r">
              <a:lnSpc>
                <a:spcPct val="100000"/>
              </a:lnSpc>
              <a:spcAft>
                <a:spcPts val="0"/>
              </a:spcAft>
              <a:buNone/>
              <a:defRPr sz="1000">
                <a:solidFill>
                  <a:srgbClr val="212121"/>
                </a:solidFill>
              </a:defRPr>
            </a:lvl7pPr>
            <a:lvl8pPr lvl="7" algn="r">
              <a:lnSpc>
                <a:spcPct val="100000"/>
              </a:lnSpc>
              <a:spcAft>
                <a:spcPts val="0"/>
              </a:spcAft>
              <a:buNone/>
              <a:defRPr sz="1000">
                <a:solidFill>
                  <a:srgbClr val="212121"/>
                </a:solidFill>
              </a:defRPr>
            </a:lvl8pPr>
            <a:lvl9pPr lvl="8" algn="r">
              <a:lnSpc>
                <a:spcPct val="100000"/>
              </a:lnSpc>
              <a:spcAft>
                <a:spcPts val="0"/>
              </a:spcAft>
              <a:buNone/>
              <a:defRPr sz="1000">
                <a:solidFill>
                  <a:srgbClr val="212121"/>
                </a:solidFill>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type="title"/>
          </p:nvPr>
        </p:nvSpPr>
        <p:spPr>
          <a:xfrm>
            <a:off x="3052088" y="1031900"/>
            <a:ext cx="3039600" cy="1388700"/>
          </a:xfrm>
          <a:prstGeom prst="rect">
            <a:avLst/>
          </a:prstGeom>
          <a:noFill/>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3000"/>
              <a:buNone/>
              <a:defRPr sz="3000">
                <a:solidFill>
                  <a:srgbClr val="FFFFFF"/>
                </a:solidFill>
              </a:defRPr>
            </a:lvl1pPr>
            <a:lvl2pPr lvl="1" algn="ctr">
              <a:lnSpc>
                <a:spcPct val="100000"/>
              </a:lnSpc>
              <a:spcBef>
                <a:spcPts val="0"/>
              </a:spcBef>
              <a:spcAft>
                <a:spcPts val="0"/>
              </a:spcAft>
              <a:buClr>
                <a:srgbClr val="FFFFFF"/>
              </a:buClr>
              <a:buSzPts val="3000"/>
              <a:buNone/>
              <a:defRPr sz="3000">
                <a:solidFill>
                  <a:srgbClr val="FFFFFF"/>
                </a:solidFill>
              </a:defRPr>
            </a:lvl2pPr>
            <a:lvl3pPr lvl="2" algn="ctr">
              <a:lnSpc>
                <a:spcPct val="100000"/>
              </a:lnSpc>
              <a:spcBef>
                <a:spcPts val="0"/>
              </a:spcBef>
              <a:spcAft>
                <a:spcPts val="0"/>
              </a:spcAft>
              <a:buClr>
                <a:srgbClr val="FFFFFF"/>
              </a:buClr>
              <a:buSzPts val="3000"/>
              <a:buNone/>
              <a:defRPr sz="3000">
                <a:solidFill>
                  <a:srgbClr val="FFFFFF"/>
                </a:solidFill>
              </a:defRPr>
            </a:lvl3pPr>
            <a:lvl4pPr lvl="3" algn="ctr">
              <a:lnSpc>
                <a:spcPct val="100000"/>
              </a:lnSpc>
              <a:spcBef>
                <a:spcPts val="0"/>
              </a:spcBef>
              <a:spcAft>
                <a:spcPts val="0"/>
              </a:spcAft>
              <a:buClr>
                <a:srgbClr val="FFFFFF"/>
              </a:buClr>
              <a:buSzPts val="3000"/>
              <a:buNone/>
              <a:defRPr sz="3000">
                <a:solidFill>
                  <a:srgbClr val="FFFFFF"/>
                </a:solidFill>
              </a:defRPr>
            </a:lvl4pPr>
            <a:lvl5pPr lvl="4" algn="ctr">
              <a:lnSpc>
                <a:spcPct val="100000"/>
              </a:lnSpc>
              <a:spcBef>
                <a:spcPts val="0"/>
              </a:spcBef>
              <a:spcAft>
                <a:spcPts val="0"/>
              </a:spcAft>
              <a:buClr>
                <a:srgbClr val="FFFFFF"/>
              </a:buClr>
              <a:buSzPts val="3000"/>
              <a:buNone/>
              <a:defRPr sz="3000">
                <a:solidFill>
                  <a:srgbClr val="FFFFFF"/>
                </a:solidFill>
              </a:defRPr>
            </a:lvl5pPr>
            <a:lvl6pPr lvl="5" algn="ctr">
              <a:lnSpc>
                <a:spcPct val="100000"/>
              </a:lnSpc>
              <a:spcBef>
                <a:spcPts val="0"/>
              </a:spcBef>
              <a:spcAft>
                <a:spcPts val="0"/>
              </a:spcAft>
              <a:buClr>
                <a:srgbClr val="FFFFFF"/>
              </a:buClr>
              <a:buSzPts val="3000"/>
              <a:buNone/>
              <a:defRPr sz="3000">
                <a:solidFill>
                  <a:srgbClr val="FFFFFF"/>
                </a:solidFill>
              </a:defRPr>
            </a:lvl6pPr>
            <a:lvl7pPr lvl="6" algn="ctr">
              <a:lnSpc>
                <a:spcPct val="100000"/>
              </a:lnSpc>
              <a:spcBef>
                <a:spcPts val="0"/>
              </a:spcBef>
              <a:spcAft>
                <a:spcPts val="0"/>
              </a:spcAft>
              <a:buClr>
                <a:srgbClr val="FFFFFF"/>
              </a:buClr>
              <a:buSzPts val="3000"/>
              <a:buNone/>
              <a:defRPr sz="3000">
                <a:solidFill>
                  <a:srgbClr val="FFFFFF"/>
                </a:solidFill>
              </a:defRPr>
            </a:lvl7pPr>
            <a:lvl8pPr lvl="7" algn="ctr">
              <a:lnSpc>
                <a:spcPct val="100000"/>
              </a:lnSpc>
              <a:spcBef>
                <a:spcPts val="0"/>
              </a:spcBef>
              <a:spcAft>
                <a:spcPts val="0"/>
              </a:spcAft>
              <a:buClr>
                <a:srgbClr val="FFFFFF"/>
              </a:buClr>
              <a:buSzPts val="3000"/>
              <a:buNone/>
              <a:defRPr sz="3000">
                <a:solidFill>
                  <a:srgbClr val="FFFFFF"/>
                </a:solidFill>
              </a:defRPr>
            </a:lvl8pPr>
            <a:lvl9pPr lvl="8" algn="ctr">
              <a:lnSpc>
                <a:spcPct val="100000"/>
              </a:lnSpc>
              <a:spcBef>
                <a:spcPts val="0"/>
              </a:spcBef>
              <a:spcAft>
                <a:spcPts val="0"/>
              </a:spcAft>
              <a:buClr>
                <a:srgbClr val="FFFFFF"/>
              </a:buClr>
              <a:buSzPts val="3000"/>
              <a:buNone/>
              <a:defRPr sz="3000">
                <a:solidFill>
                  <a:srgbClr val="FFFFFF"/>
                </a:solidFill>
              </a:defRPr>
            </a:lvl9pPr>
          </a:lstStyle>
          <a:p/>
        </p:txBody>
      </p:sp>
      <p:sp>
        <p:nvSpPr>
          <p:cNvPr id="83" name="Google Shape;83;p17"/>
          <p:cNvSpPr txBox="1"/>
          <p:nvPr>
            <p:ph idx="1" type="body"/>
          </p:nvPr>
        </p:nvSpPr>
        <p:spPr>
          <a:xfrm>
            <a:off x="3052150" y="2526322"/>
            <a:ext cx="3039600" cy="1310400"/>
          </a:xfrm>
          <a:prstGeom prst="rect">
            <a:avLst/>
          </a:prstGeom>
          <a:noFill/>
        </p:spPr>
        <p:txBody>
          <a:bodyPr anchorCtr="0" anchor="t" bIns="91425" lIns="91425" spcFirstLastPara="1" rIns="91425" wrap="square" tIns="91425">
            <a:noAutofit/>
          </a:bodyPr>
          <a:lstStyle>
            <a:lvl1pPr indent="-330200" lvl="0" marL="457200" algn="ctr">
              <a:lnSpc>
                <a:spcPct val="115000"/>
              </a:lnSpc>
              <a:spcBef>
                <a:spcPts val="0"/>
              </a:spcBef>
              <a:spcAft>
                <a:spcPts val="0"/>
              </a:spcAft>
              <a:buClr>
                <a:srgbClr val="FFFFFF"/>
              </a:buClr>
              <a:buSzPts val="1600"/>
              <a:buChar char="●"/>
              <a:defRPr sz="1600">
                <a:solidFill>
                  <a:srgbClr val="FFFFFF"/>
                </a:solidFill>
              </a:defRPr>
            </a:lvl1pPr>
            <a:lvl2pPr indent="-317500" lvl="1" marL="914400" algn="ctr">
              <a:lnSpc>
                <a:spcPct val="115000"/>
              </a:lnSpc>
              <a:spcBef>
                <a:spcPts val="1600"/>
              </a:spcBef>
              <a:spcAft>
                <a:spcPts val="0"/>
              </a:spcAft>
              <a:buClr>
                <a:srgbClr val="FFFFFF"/>
              </a:buClr>
              <a:buSzPts val="1400"/>
              <a:buChar char="○"/>
              <a:defRPr sz="1400">
                <a:solidFill>
                  <a:srgbClr val="FFFFFF"/>
                </a:solidFill>
              </a:defRPr>
            </a:lvl2pPr>
            <a:lvl3pPr indent="-317500" lvl="2" marL="1371600" algn="ctr">
              <a:lnSpc>
                <a:spcPct val="115000"/>
              </a:lnSpc>
              <a:spcBef>
                <a:spcPts val="1600"/>
              </a:spcBef>
              <a:spcAft>
                <a:spcPts val="0"/>
              </a:spcAft>
              <a:buClr>
                <a:srgbClr val="FFFFFF"/>
              </a:buClr>
              <a:buSzPts val="1400"/>
              <a:buChar char="■"/>
              <a:defRPr sz="1400">
                <a:solidFill>
                  <a:srgbClr val="FFFFFF"/>
                </a:solidFill>
              </a:defRPr>
            </a:lvl3pPr>
            <a:lvl4pPr indent="-317500" lvl="3" marL="1828800" algn="ctr">
              <a:lnSpc>
                <a:spcPct val="115000"/>
              </a:lnSpc>
              <a:spcBef>
                <a:spcPts val="1600"/>
              </a:spcBef>
              <a:spcAft>
                <a:spcPts val="0"/>
              </a:spcAft>
              <a:buClr>
                <a:srgbClr val="FFFFFF"/>
              </a:buClr>
              <a:buSzPts val="1400"/>
              <a:buChar char="●"/>
              <a:defRPr sz="1400">
                <a:solidFill>
                  <a:srgbClr val="FFFFFF"/>
                </a:solidFill>
              </a:defRPr>
            </a:lvl4pPr>
            <a:lvl5pPr indent="-317500" lvl="4" marL="2286000" algn="ctr">
              <a:lnSpc>
                <a:spcPct val="115000"/>
              </a:lnSpc>
              <a:spcBef>
                <a:spcPts val="1600"/>
              </a:spcBef>
              <a:spcAft>
                <a:spcPts val="0"/>
              </a:spcAft>
              <a:buClr>
                <a:srgbClr val="FFFFFF"/>
              </a:buClr>
              <a:buSzPts val="1400"/>
              <a:buChar char="○"/>
              <a:defRPr sz="1400">
                <a:solidFill>
                  <a:srgbClr val="FFFFFF"/>
                </a:solidFill>
              </a:defRPr>
            </a:lvl5pPr>
            <a:lvl6pPr indent="-317500" lvl="5" marL="2743200" algn="ctr">
              <a:lnSpc>
                <a:spcPct val="115000"/>
              </a:lnSpc>
              <a:spcBef>
                <a:spcPts val="1600"/>
              </a:spcBef>
              <a:spcAft>
                <a:spcPts val="0"/>
              </a:spcAft>
              <a:buClr>
                <a:srgbClr val="FFFFFF"/>
              </a:buClr>
              <a:buSzPts val="1400"/>
              <a:buChar char="■"/>
              <a:defRPr sz="1400">
                <a:solidFill>
                  <a:srgbClr val="FFFFFF"/>
                </a:solidFill>
              </a:defRPr>
            </a:lvl6pPr>
            <a:lvl7pPr indent="-317500" lvl="6" marL="3200400" algn="ctr">
              <a:lnSpc>
                <a:spcPct val="115000"/>
              </a:lnSpc>
              <a:spcBef>
                <a:spcPts val="1600"/>
              </a:spcBef>
              <a:spcAft>
                <a:spcPts val="0"/>
              </a:spcAft>
              <a:buClr>
                <a:srgbClr val="FFFFFF"/>
              </a:buClr>
              <a:buSzPts val="1400"/>
              <a:buChar char="●"/>
              <a:defRPr sz="1400">
                <a:solidFill>
                  <a:srgbClr val="FFFFFF"/>
                </a:solidFill>
              </a:defRPr>
            </a:lvl7pPr>
            <a:lvl8pPr indent="-317500" lvl="7" marL="3657600" algn="ctr">
              <a:lnSpc>
                <a:spcPct val="115000"/>
              </a:lnSpc>
              <a:spcBef>
                <a:spcPts val="1600"/>
              </a:spcBef>
              <a:spcAft>
                <a:spcPts val="0"/>
              </a:spcAft>
              <a:buClr>
                <a:srgbClr val="FFFFFF"/>
              </a:buClr>
              <a:buSzPts val="1400"/>
              <a:buChar char="○"/>
              <a:defRPr sz="1400">
                <a:solidFill>
                  <a:srgbClr val="FFFFFF"/>
                </a:solidFill>
              </a:defRPr>
            </a:lvl8pPr>
            <a:lvl9pPr indent="-317500" lvl="8" marL="4114800" algn="ctr">
              <a:lnSpc>
                <a:spcPct val="115000"/>
              </a:lnSpc>
              <a:spcBef>
                <a:spcPts val="1600"/>
              </a:spcBef>
              <a:spcAft>
                <a:spcPts val="1600"/>
              </a:spcAft>
              <a:buClr>
                <a:srgbClr val="FFFFFF"/>
              </a:buClr>
              <a:buSzPts val="1400"/>
              <a:buChar char="■"/>
              <a:defRPr sz="1400">
                <a:solidFill>
                  <a:srgbClr val="FFFFFF"/>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5">
  <p:cSld name="AUTOLAYOUT_6">
    <p:bg>
      <p:bgPr>
        <a:solidFill>
          <a:srgbClr val="FFFFFF"/>
        </a:solidFill>
      </p:bgPr>
    </p:bg>
    <p:spTree>
      <p:nvGrpSpPr>
        <p:cNvPr id="84" name="Shape 84"/>
        <p:cNvGrpSpPr/>
        <p:nvPr/>
      </p:nvGrpSpPr>
      <p:grpSpPr>
        <a:xfrm>
          <a:off x="0" y="0"/>
          <a:ext cx="0" cy="0"/>
          <a:chOff x="0" y="0"/>
          <a:chExt cx="0" cy="0"/>
        </a:xfrm>
      </p:grpSpPr>
      <p:sp>
        <p:nvSpPr>
          <p:cNvPr id="85" name="Google Shape;85;p18"/>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 name="Google Shape;86;p18"/>
          <p:cNvCxnSpPr/>
          <p:nvPr/>
        </p:nvCxnSpPr>
        <p:spPr>
          <a:xfrm>
            <a:off x="3334775" y="635225"/>
            <a:ext cx="282900" cy="0"/>
          </a:xfrm>
          <a:prstGeom prst="straightConnector1">
            <a:avLst/>
          </a:prstGeom>
          <a:noFill/>
          <a:ln cap="flat" cmpd="sng" w="19050">
            <a:solidFill>
              <a:srgbClr val="FFCA28"/>
            </a:solidFill>
            <a:prstDash val="solid"/>
            <a:round/>
            <a:headEnd len="sm" w="sm" type="none"/>
            <a:tailEnd len="sm" w="sm" type="none"/>
          </a:ln>
        </p:spPr>
      </p:cxnSp>
      <p:cxnSp>
        <p:nvCxnSpPr>
          <p:cNvPr id="87" name="Google Shape;87;p18"/>
          <p:cNvCxnSpPr/>
          <p:nvPr/>
        </p:nvCxnSpPr>
        <p:spPr>
          <a:xfrm>
            <a:off x="6258200" y="635225"/>
            <a:ext cx="282900" cy="0"/>
          </a:xfrm>
          <a:prstGeom prst="straightConnector1">
            <a:avLst/>
          </a:prstGeom>
          <a:noFill/>
          <a:ln cap="flat" cmpd="sng" w="19050">
            <a:solidFill>
              <a:srgbClr val="FFCA28"/>
            </a:solidFill>
            <a:prstDash val="solid"/>
            <a:round/>
            <a:headEnd len="sm" w="sm" type="none"/>
            <a:tailEnd len="sm" w="sm" type="none"/>
          </a:ln>
        </p:spPr>
      </p:cxnSp>
      <p:sp>
        <p:nvSpPr>
          <p:cNvPr id="88" name="Google Shape;88;p18"/>
          <p:cNvSpPr txBox="1"/>
          <p:nvPr>
            <p:ph type="title"/>
          </p:nvPr>
        </p:nvSpPr>
        <p:spPr>
          <a:xfrm>
            <a:off x="305500" y="477800"/>
            <a:ext cx="2668200" cy="41829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CA28"/>
              </a:buClr>
              <a:buSzPts val="2400"/>
              <a:buNone/>
              <a:defRPr sz="2400">
                <a:solidFill>
                  <a:schemeClr val="dk2"/>
                </a:solidFill>
              </a:defRPr>
            </a:lvl1pPr>
            <a:lvl2pPr lvl="1" algn="l">
              <a:lnSpc>
                <a:spcPct val="100000"/>
              </a:lnSpc>
              <a:spcBef>
                <a:spcPts val="0"/>
              </a:spcBef>
              <a:spcAft>
                <a:spcPts val="0"/>
              </a:spcAft>
              <a:buClr>
                <a:srgbClr val="FFCA28"/>
              </a:buClr>
              <a:buSzPts val="2400"/>
              <a:buNone/>
              <a:defRPr sz="2400">
                <a:solidFill>
                  <a:schemeClr val="dk2"/>
                </a:solidFill>
              </a:defRPr>
            </a:lvl2pPr>
            <a:lvl3pPr lvl="2" algn="l">
              <a:lnSpc>
                <a:spcPct val="100000"/>
              </a:lnSpc>
              <a:spcBef>
                <a:spcPts val="0"/>
              </a:spcBef>
              <a:spcAft>
                <a:spcPts val="0"/>
              </a:spcAft>
              <a:buClr>
                <a:srgbClr val="FFCA28"/>
              </a:buClr>
              <a:buSzPts val="2400"/>
              <a:buNone/>
              <a:defRPr sz="2400">
                <a:solidFill>
                  <a:schemeClr val="dk2"/>
                </a:solidFill>
              </a:defRPr>
            </a:lvl3pPr>
            <a:lvl4pPr lvl="3" algn="l">
              <a:lnSpc>
                <a:spcPct val="100000"/>
              </a:lnSpc>
              <a:spcBef>
                <a:spcPts val="0"/>
              </a:spcBef>
              <a:spcAft>
                <a:spcPts val="0"/>
              </a:spcAft>
              <a:buClr>
                <a:srgbClr val="FFCA28"/>
              </a:buClr>
              <a:buSzPts val="2400"/>
              <a:buNone/>
              <a:defRPr sz="2400">
                <a:solidFill>
                  <a:schemeClr val="dk2"/>
                </a:solidFill>
              </a:defRPr>
            </a:lvl4pPr>
            <a:lvl5pPr lvl="4" algn="l">
              <a:lnSpc>
                <a:spcPct val="100000"/>
              </a:lnSpc>
              <a:spcBef>
                <a:spcPts val="0"/>
              </a:spcBef>
              <a:spcAft>
                <a:spcPts val="0"/>
              </a:spcAft>
              <a:buClr>
                <a:srgbClr val="FFCA28"/>
              </a:buClr>
              <a:buSzPts val="2400"/>
              <a:buNone/>
              <a:defRPr sz="2400">
                <a:solidFill>
                  <a:schemeClr val="dk2"/>
                </a:solidFill>
              </a:defRPr>
            </a:lvl5pPr>
            <a:lvl6pPr lvl="5" algn="l">
              <a:lnSpc>
                <a:spcPct val="100000"/>
              </a:lnSpc>
              <a:spcBef>
                <a:spcPts val="0"/>
              </a:spcBef>
              <a:spcAft>
                <a:spcPts val="0"/>
              </a:spcAft>
              <a:buClr>
                <a:srgbClr val="FFCA28"/>
              </a:buClr>
              <a:buSzPts val="2400"/>
              <a:buNone/>
              <a:defRPr sz="2400">
                <a:solidFill>
                  <a:schemeClr val="dk2"/>
                </a:solidFill>
              </a:defRPr>
            </a:lvl6pPr>
            <a:lvl7pPr lvl="6" algn="l">
              <a:lnSpc>
                <a:spcPct val="100000"/>
              </a:lnSpc>
              <a:spcBef>
                <a:spcPts val="0"/>
              </a:spcBef>
              <a:spcAft>
                <a:spcPts val="0"/>
              </a:spcAft>
              <a:buClr>
                <a:srgbClr val="FFCA28"/>
              </a:buClr>
              <a:buSzPts val="2400"/>
              <a:buNone/>
              <a:defRPr sz="2400">
                <a:solidFill>
                  <a:schemeClr val="dk2"/>
                </a:solidFill>
              </a:defRPr>
            </a:lvl7pPr>
            <a:lvl8pPr lvl="7" algn="l">
              <a:lnSpc>
                <a:spcPct val="100000"/>
              </a:lnSpc>
              <a:spcBef>
                <a:spcPts val="0"/>
              </a:spcBef>
              <a:spcAft>
                <a:spcPts val="0"/>
              </a:spcAft>
              <a:buClr>
                <a:srgbClr val="FFCA28"/>
              </a:buClr>
              <a:buSzPts val="2400"/>
              <a:buNone/>
              <a:defRPr sz="2400">
                <a:solidFill>
                  <a:schemeClr val="dk2"/>
                </a:solidFill>
              </a:defRPr>
            </a:lvl8pPr>
            <a:lvl9pPr lvl="8" algn="l">
              <a:lnSpc>
                <a:spcPct val="100000"/>
              </a:lnSpc>
              <a:spcBef>
                <a:spcPts val="0"/>
              </a:spcBef>
              <a:spcAft>
                <a:spcPts val="0"/>
              </a:spcAft>
              <a:buClr>
                <a:srgbClr val="FFCA28"/>
              </a:buClr>
              <a:buSzPts val="2400"/>
              <a:buNone/>
              <a:defRPr sz="2400">
                <a:solidFill>
                  <a:schemeClr val="dk2"/>
                </a:solidFill>
              </a:defRPr>
            </a:lvl9pPr>
          </a:lstStyle>
          <a:p/>
        </p:txBody>
      </p:sp>
      <p:sp>
        <p:nvSpPr>
          <p:cNvPr id="89" name="Google Shape;89;p18"/>
          <p:cNvSpPr txBox="1"/>
          <p:nvPr>
            <p:ph idx="1" type="body"/>
          </p:nvPr>
        </p:nvSpPr>
        <p:spPr>
          <a:xfrm>
            <a:off x="3237900" y="751250"/>
            <a:ext cx="2668200" cy="3909600"/>
          </a:xfrm>
          <a:prstGeom prst="rect">
            <a:avLst/>
          </a:prstGeom>
          <a:noFill/>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FFFFFF"/>
              </a:buClr>
              <a:buSzPts val="1400"/>
              <a:buChar char="●"/>
              <a:defRPr sz="1400">
                <a:solidFill>
                  <a:srgbClr val="FFFFFF"/>
                </a:solidFill>
              </a:defRPr>
            </a:lvl1pPr>
            <a:lvl2pPr indent="-304800" lvl="1" marL="914400" algn="l">
              <a:lnSpc>
                <a:spcPct val="115000"/>
              </a:lnSpc>
              <a:spcBef>
                <a:spcPts val="1600"/>
              </a:spcBef>
              <a:spcAft>
                <a:spcPts val="0"/>
              </a:spcAft>
              <a:buClr>
                <a:srgbClr val="FFFFFF"/>
              </a:buClr>
              <a:buSzPts val="1200"/>
              <a:buChar char="○"/>
              <a:defRPr sz="1200">
                <a:solidFill>
                  <a:srgbClr val="FFFFFF"/>
                </a:solidFill>
              </a:defRPr>
            </a:lvl2pPr>
            <a:lvl3pPr indent="-304800" lvl="2" marL="1371600" algn="l">
              <a:lnSpc>
                <a:spcPct val="115000"/>
              </a:lnSpc>
              <a:spcBef>
                <a:spcPts val="1600"/>
              </a:spcBef>
              <a:spcAft>
                <a:spcPts val="0"/>
              </a:spcAft>
              <a:buClr>
                <a:srgbClr val="FFFFFF"/>
              </a:buClr>
              <a:buSzPts val="1200"/>
              <a:buChar char="■"/>
              <a:defRPr sz="1200">
                <a:solidFill>
                  <a:srgbClr val="FFFFFF"/>
                </a:solidFill>
              </a:defRPr>
            </a:lvl3pPr>
            <a:lvl4pPr indent="-304800" lvl="3" marL="1828800" algn="l">
              <a:lnSpc>
                <a:spcPct val="115000"/>
              </a:lnSpc>
              <a:spcBef>
                <a:spcPts val="1600"/>
              </a:spcBef>
              <a:spcAft>
                <a:spcPts val="0"/>
              </a:spcAft>
              <a:buClr>
                <a:srgbClr val="FFFFFF"/>
              </a:buClr>
              <a:buSzPts val="1200"/>
              <a:buChar char="●"/>
              <a:defRPr sz="1200">
                <a:solidFill>
                  <a:srgbClr val="FFFFFF"/>
                </a:solidFill>
              </a:defRPr>
            </a:lvl4pPr>
            <a:lvl5pPr indent="-304800" lvl="4" marL="2286000" algn="l">
              <a:lnSpc>
                <a:spcPct val="115000"/>
              </a:lnSpc>
              <a:spcBef>
                <a:spcPts val="1600"/>
              </a:spcBef>
              <a:spcAft>
                <a:spcPts val="0"/>
              </a:spcAft>
              <a:buClr>
                <a:srgbClr val="FFFFFF"/>
              </a:buClr>
              <a:buSzPts val="1200"/>
              <a:buChar char="○"/>
              <a:defRPr sz="1200">
                <a:solidFill>
                  <a:srgbClr val="FFFFFF"/>
                </a:solidFill>
              </a:defRPr>
            </a:lvl5pPr>
            <a:lvl6pPr indent="-304800" lvl="5" marL="2743200" algn="l">
              <a:lnSpc>
                <a:spcPct val="115000"/>
              </a:lnSpc>
              <a:spcBef>
                <a:spcPts val="1600"/>
              </a:spcBef>
              <a:spcAft>
                <a:spcPts val="0"/>
              </a:spcAft>
              <a:buClr>
                <a:srgbClr val="FFFFFF"/>
              </a:buClr>
              <a:buSzPts val="1200"/>
              <a:buChar char="■"/>
              <a:defRPr sz="1200">
                <a:solidFill>
                  <a:srgbClr val="FFFFFF"/>
                </a:solidFill>
              </a:defRPr>
            </a:lvl6pPr>
            <a:lvl7pPr indent="-304800" lvl="6" marL="3200400" algn="l">
              <a:lnSpc>
                <a:spcPct val="115000"/>
              </a:lnSpc>
              <a:spcBef>
                <a:spcPts val="1600"/>
              </a:spcBef>
              <a:spcAft>
                <a:spcPts val="0"/>
              </a:spcAft>
              <a:buClr>
                <a:srgbClr val="FFFFFF"/>
              </a:buClr>
              <a:buSzPts val="1200"/>
              <a:buChar char="●"/>
              <a:defRPr sz="1200">
                <a:solidFill>
                  <a:srgbClr val="FFFFFF"/>
                </a:solidFill>
              </a:defRPr>
            </a:lvl7pPr>
            <a:lvl8pPr indent="-304800" lvl="7" marL="3657600" algn="l">
              <a:lnSpc>
                <a:spcPct val="115000"/>
              </a:lnSpc>
              <a:spcBef>
                <a:spcPts val="1600"/>
              </a:spcBef>
              <a:spcAft>
                <a:spcPts val="0"/>
              </a:spcAft>
              <a:buClr>
                <a:srgbClr val="FFFFFF"/>
              </a:buClr>
              <a:buSzPts val="1200"/>
              <a:buChar char="○"/>
              <a:defRPr sz="1200">
                <a:solidFill>
                  <a:srgbClr val="FFFFFF"/>
                </a:solidFill>
              </a:defRPr>
            </a:lvl8pPr>
            <a:lvl9pPr indent="-304800" lvl="8" marL="4114800" algn="l">
              <a:lnSpc>
                <a:spcPct val="115000"/>
              </a:lnSpc>
              <a:spcBef>
                <a:spcPts val="1600"/>
              </a:spcBef>
              <a:spcAft>
                <a:spcPts val="1600"/>
              </a:spcAft>
              <a:buClr>
                <a:srgbClr val="FFFFFF"/>
              </a:buClr>
              <a:buSzPts val="1200"/>
              <a:buChar char="■"/>
              <a:defRPr sz="1200">
                <a:solidFill>
                  <a:srgbClr val="FFFFFF"/>
                </a:solidFill>
              </a:defRPr>
            </a:lvl9pPr>
          </a:lstStyle>
          <a:p/>
        </p:txBody>
      </p:sp>
      <p:sp>
        <p:nvSpPr>
          <p:cNvPr id="90" name="Google Shape;90;p18"/>
          <p:cNvSpPr txBox="1"/>
          <p:nvPr>
            <p:ph idx="2" type="body"/>
          </p:nvPr>
        </p:nvSpPr>
        <p:spPr>
          <a:xfrm>
            <a:off x="6170300" y="751250"/>
            <a:ext cx="2668200" cy="3909600"/>
          </a:xfrm>
          <a:prstGeom prst="rect">
            <a:avLst/>
          </a:prstGeom>
          <a:noFill/>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FFFFFF"/>
              </a:buClr>
              <a:buSzPts val="1400"/>
              <a:buChar char="●"/>
              <a:defRPr sz="1400">
                <a:solidFill>
                  <a:srgbClr val="FFFFFF"/>
                </a:solidFill>
              </a:defRPr>
            </a:lvl1pPr>
            <a:lvl2pPr indent="-304800" lvl="1" marL="914400" algn="l">
              <a:lnSpc>
                <a:spcPct val="115000"/>
              </a:lnSpc>
              <a:spcBef>
                <a:spcPts val="1600"/>
              </a:spcBef>
              <a:spcAft>
                <a:spcPts val="0"/>
              </a:spcAft>
              <a:buClr>
                <a:srgbClr val="FFFFFF"/>
              </a:buClr>
              <a:buSzPts val="1200"/>
              <a:buChar char="○"/>
              <a:defRPr sz="1200">
                <a:solidFill>
                  <a:srgbClr val="FFFFFF"/>
                </a:solidFill>
              </a:defRPr>
            </a:lvl2pPr>
            <a:lvl3pPr indent="-304800" lvl="2" marL="1371600" algn="l">
              <a:lnSpc>
                <a:spcPct val="115000"/>
              </a:lnSpc>
              <a:spcBef>
                <a:spcPts val="1600"/>
              </a:spcBef>
              <a:spcAft>
                <a:spcPts val="0"/>
              </a:spcAft>
              <a:buClr>
                <a:srgbClr val="FFFFFF"/>
              </a:buClr>
              <a:buSzPts val="1200"/>
              <a:buChar char="■"/>
              <a:defRPr sz="1200">
                <a:solidFill>
                  <a:srgbClr val="FFFFFF"/>
                </a:solidFill>
              </a:defRPr>
            </a:lvl3pPr>
            <a:lvl4pPr indent="-304800" lvl="3" marL="1828800" algn="l">
              <a:lnSpc>
                <a:spcPct val="115000"/>
              </a:lnSpc>
              <a:spcBef>
                <a:spcPts val="1600"/>
              </a:spcBef>
              <a:spcAft>
                <a:spcPts val="0"/>
              </a:spcAft>
              <a:buClr>
                <a:srgbClr val="FFFFFF"/>
              </a:buClr>
              <a:buSzPts val="1200"/>
              <a:buChar char="●"/>
              <a:defRPr sz="1200">
                <a:solidFill>
                  <a:srgbClr val="FFFFFF"/>
                </a:solidFill>
              </a:defRPr>
            </a:lvl4pPr>
            <a:lvl5pPr indent="-304800" lvl="4" marL="2286000" algn="l">
              <a:lnSpc>
                <a:spcPct val="115000"/>
              </a:lnSpc>
              <a:spcBef>
                <a:spcPts val="1600"/>
              </a:spcBef>
              <a:spcAft>
                <a:spcPts val="0"/>
              </a:spcAft>
              <a:buClr>
                <a:srgbClr val="FFFFFF"/>
              </a:buClr>
              <a:buSzPts val="1200"/>
              <a:buChar char="○"/>
              <a:defRPr sz="1200">
                <a:solidFill>
                  <a:srgbClr val="FFFFFF"/>
                </a:solidFill>
              </a:defRPr>
            </a:lvl5pPr>
            <a:lvl6pPr indent="-304800" lvl="5" marL="2743200" algn="l">
              <a:lnSpc>
                <a:spcPct val="115000"/>
              </a:lnSpc>
              <a:spcBef>
                <a:spcPts val="1600"/>
              </a:spcBef>
              <a:spcAft>
                <a:spcPts val="0"/>
              </a:spcAft>
              <a:buClr>
                <a:srgbClr val="FFFFFF"/>
              </a:buClr>
              <a:buSzPts val="1200"/>
              <a:buChar char="■"/>
              <a:defRPr sz="1200">
                <a:solidFill>
                  <a:srgbClr val="FFFFFF"/>
                </a:solidFill>
              </a:defRPr>
            </a:lvl6pPr>
            <a:lvl7pPr indent="-304800" lvl="6" marL="3200400" algn="l">
              <a:lnSpc>
                <a:spcPct val="115000"/>
              </a:lnSpc>
              <a:spcBef>
                <a:spcPts val="1600"/>
              </a:spcBef>
              <a:spcAft>
                <a:spcPts val="0"/>
              </a:spcAft>
              <a:buClr>
                <a:srgbClr val="FFFFFF"/>
              </a:buClr>
              <a:buSzPts val="1200"/>
              <a:buChar char="●"/>
              <a:defRPr sz="1200">
                <a:solidFill>
                  <a:srgbClr val="FFFFFF"/>
                </a:solidFill>
              </a:defRPr>
            </a:lvl7pPr>
            <a:lvl8pPr indent="-304800" lvl="7" marL="3657600" algn="l">
              <a:lnSpc>
                <a:spcPct val="115000"/>
              </a:lnSpc>
              <a:spcBef>
                <a:spcPts val="1600"/>
              </a:spcBef>
              <a:spcAft>
                <a:spcPts val="0"/>
              </a:spcAft>
              <a:buClr>
                <a:srgbClr val="FFFFFF"/>
              </a:buClr>
              <a:buSzPts val="1200"/>
              <a:buChar char="○"/>
              <a:defRPr sz="1200">
                <a:solidFill>
                  <a:srgbClr val="FFFFFF"/>
                </a:solidFill>
              </a:defRPr>
            </a:lvl8pPr>
            <a:lvl9pPr indent="-304800" lvl="8" marL="4114800" algn="l">
              <a:lnSpc>
                <a:spcPct val="115000"/>
              </a:lnSpc>
              <a:spcBef>
                <a:spcPts val="1600"/>
              </a:spcBef>
              <a:spcAft>
                <a:spcPts val="1600"/>
              </a:spcAft>
              <a:buClr>
                <a:srgbClr val="FFFFFF"/>
              </a:buClr>
              <a:buSzPts val="1200"/>
              <a:buChar char="■"/>
              <a:defRPr sz="1200">
                <a:solidFill>
                  <a:srgbClr val="FFFFFF"/>
                </a:solidFill>
              </a:defRPr>
            </a:lvl9pPr>
          </a:lstStyle>
          <a:p/>
        </p:txBody>
      </p:sp>
      <p:sp>
        <p:nvSpPr>
          <p:cNvPr id="91" name="Google Shape;91;p18"/>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FFFFFF"/>
                </a:solidFill>
              </a:defRPr>
            </a:lvl1pPr>
            <a:lvl2pPr lvl="1" algn="r">
              <a:lnSpc>
                <a:spcPct val="100000"/>
              </a:lnSpc>
              <a:spcAft>
                <a:spcPts val="0"/>
              </a:spcAft>
              <a:buNone/>
              <a:defRPr sz="1000">
                <a:solidFill>
                  <a:srgbClr val="FFFFFF"/>
                </a:solidFill>
              </a:defRPr>
            </a:lvl2pPr>
            <a:lvl3pPr lvl="2" algn="r">
              <a:lnSpc>
                <a:spcPct val="100000"/>
              </a:lnSpc>
              <a:spcAft>
                <a:spcPts val="0"/>
              </a:spcAft>
              <a:buNone/>
              <a:defRPr sz="1000">
                <a:solidFill>
                  <a:srgbClr val="FFFFFF"/>
                </a:solidFill>
              </a:defRPr>
            </a:lvl3pPr>
            <a:lvl4pPr lvl="3" algn="r">
              <a:lnSpc>
                <a:spcPct val="100000"/>
              </a:lnSpc>
              <a:spcAft>
                <a:spcPts val="0"/>
              </a:spcAft>
              <a:buNone/>
              <a:defRPr sz="1000">
                <a:solidFill>
                  <a:srgbClr val="FFFFFF"/>
                </a:solidFill>
              </a:defRPr>
            </a:lvl4pPr>
            <a:lvl5pPr lvl="4" algn="r">
              <a:lnSpc>
                <a:spcPct val="100000"/>
              </a:lnSpc>
              <a:spcAft>
                <a:spcPts val="0"/>
              </a:spcAft>
              <a:buNone/>
              <a:defRPr sz="1000">
                <a:solidFill>
                  <a:srgbClr val="FFFFFF"/>
                </a:solidFill>
              </a:defRPr>
            </a:lvl5pPr>
            <a:lvl6pPr lvl="5" algn="r">
              <a:lnSpc>
                <a:spcPct val="100000"/>
              </a:lnSpc>
              <a:spcAft>
                <a:spcPts val="0"/>
              </a:spcAft>
              <a:buNone/>
              <a:defRPr sz="1000">
                <a:solidFill>
                  <a:srgbClr val="FFFFFF"/>
                </a:solidFill>
              </a:defRPr>
            </a:lvl6pPr>
            <a:lvl7pPr lvl="6" algn="r">
              <a:lnSpc>
                <a:spcPct val="100000"/>
              </a:lnSpc>
              <a:spcAft>
                <a:spcPts val="0"/>
              </a:spcAft>
              <a:buNone/>
              <a:defRPr sz="1000">
                <a:solidFill>
                  <a:srgbClr val="FFFFFF"/>
                </a:solidFill>
              </a:defRPr>
            </a:lvl7pPr>
            <a:lvl8pPr lvl="7" algn="r">
              <a:lnSpc>
                <a:spcPct val="100000"/>
              </a:lnSpc>
              <a:spcAft>
                <a:spcPts val="0"/>
              </a:spcAft>
              <a:buNone/>
              <a:defRPr sz="1000">
                <a:solidFill>
                  <a:srgbClr val="FFFFFF"/>
                </a:solidFill>
              </a:defRPr>
            </a:lvl8pPr>
            <a:lvl9pPr lvl="8"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6">
  <p:cSld name="AUTOLAYOUT_7">
    <p:bg>
      <p:bgPr>
        <a:solidFill>
          <a:srgbClr val="FFFFFF"/>
        </a:solidFill>
      </p:bgPr>
    </p:bg>
    <p:spTree>
      <p:nvGrpSpPr>
        <p:cNvPr id="92" name="Shape 92"/>
        <p:cNvGrpSpPr/>
        <p:nvPr/>
      </p:nvGrpSpPr>
      <p:grpSpPr>
        <a:xfrm>
          <a:off x="0" y="0"/>
          <a:ext cx="0" cy="0"/>
          <a:chOff x="0" y="0"/>
          <a:chExt cx="0" cy="0"/>
        </a:xfrm>
      </p:grpSpPr>
      <p:sp>
        <p:nvSpPr>
          <p:cNvPr id="93" name="Google Shape;93;p19"/>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9"/>
          <p:cNvSpPr/>
          <p:nvPr/>
        </p:nvSpPr>
        <p:spPr>
          <a:xfrm>
            <a:off x="0" y="0"/>
            <a:ext cx="4583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9"/>
          <p:cNvSpPr txBox="1"/>
          <p:nvPr>
            <p:ph type="title"/>
          </p:nvPr>
        </p:nvSpPr>
        <p:spPr>
          <a:xfrm>
            <a:off x="363750" y="554850"/>
            <a:ext cx="3855900" cy="40338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96" name="Google Shape;96;p19"/>
          <p:cNvSpPr txBox="1"/>
          <p:nvPr>
            <p:ph idx="1" type="body"/>
          </p:nvPr>
        </p:nvSpPr>
        <p:spPr>
          <a:xfrm>
            <a:off x="4947374" y="554850"/>
            <a:ext cx="3855900" cy="4033800"/>
          </a:xfrm>
          <a:prstGeom prst="rect">
            <a:avLst/>
          </a:prstGeom>
          <a:noFill/>
        </p:spPr>
        <p:txBody>
          <a:bodyPr anchorCtr="0" anchor="ctr" bIns="91425" lIns="91425" spcFirstLastPara="1" rIns="91425" wrap="square" tIns="91425">
            <a:no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317500" lvl="1" marL="914400" algn="l">
              <a:lnSpc>
                <a:spcPct val="115000"/>
              </a:lnSpc>
              <a:spcBef>
                <a:spcPts val="1600"/>
              </a:spcBef>
              <a:spcAft>
                <a:spcPts val="0"/>
              </a:spcAft>
              <a:buClr>
                <a:schemeClr val="dk2"/>
              </a:buClr>
              <a:buSzPts val="1400"/>
              <a:buChar char="○"/>
              <a:defRPr sz="1400">
                <a:solidFill>
                  <a:schemeClr val="dk2"/>
                </a:solidFill>
              </a:defRPr>
            </a:lvl2pPr>
            <a:lvl3pPr indent="-317500" lvl="2" marL="1371600" algn="l">
              <a:lnSpc>
                <a:spcPct val="115000"/>
              </a:lnSpc>
              <a:spcBef>
                <a:spcPts val="1600"/>
              </a:spcBef>
              <a:spcAft>
                <a:spcPts val="0"/>
              </a:spcAft>
              <a:buClr>
                <a:schemeClr val="dk2"/>
              </a:buClr>
              <a:buSzPts val="1400"/>
              <a:buChar char="■"/>
              <a:defRPr sz="1400">
                <a:solidFill>
                  <a:schemeClr val="dk2"/>
                </a:solidFill>
              </a:defRPr>
            </a:lvl3pPr>
            <a:lvl4pPr indent="-317500" lvl="3" marL="1828800" algn="l">
              <a:lnSpc>
                <a:spcPct val="115000"/>
              </a:lnSpc>
              <a:spcBef>
                <a:spcPts val="1600"/>
              </a:spcBef>
              <a:spcAft>
                <a:spcPts val="0"/>
              </a:spcAft>
              <a:buClr>
                <a:schemeClr val="dk2"/>
              </a:buClr>
              <a:buSzPts val="1400"/>
              <a:buChar char="●"/>
              <a:defRPr sz="1400">
                <a:solidFill>
                  <a:schemeClr val="dk2"/>
                </a:solidFill>
              </a:defRPr>
            </a:lvl4pPr>
            <a:lvl5pPr indent="-317500" lvl="4" marL="2286000" algn="l">
              <a:lnSpc>
                <a:spcPct val="115000"/>
              </a:lnSpc>
              <a:spcBef>
                <a:spcPts val="1600"/>
              </a:spcBef>
              <a:spcAft>
                <a:spcPts val="0"/>
              </a:spcAft>
              <a:buClr>
                <a:schemeClr val="dk2"/>
              </a:buClr>
              <a:buSzPts val="1400"/>
              <a:buChar char="○"/>
              <a:defRPr sz="1400">
                <a:solidFill>
                  <a:schemeClr val="dk2"/>
                </a:solidFill>
              </a:defRPr>
            </a:lvl5pPr>
            <a:lvl6pPr indent="-317500" lvl="5" marL="2743200" algn="l">
              <a:lnSpc>
                <a:spcPct val="115000"/>
              </a:lnSpc>
              <a:spcBef>
                <a:spcPts val="1600"/>
              </a:spcBef>
              <a:spcAft>
                <a:spcPts val="0"/>
              </a:spcAft>
              <a:buClr>
                <a:schemeClr val="dk2"/>
              </a:buClr>
              <a:buSzPts val="1400"/>
              <a:buChar char="■"/>
              <a:defRPr sz="1400">
                <a:solidFill>
                  <a:schemeClr val="dk2"/>
                </a:solidFill>
              </a:defRPr>
            </a:lvl6pPr>
            <a:lvl7pPr indent="-317500" lvl="6" marL="3200400" algn="l">
              <a:lnSpc>
                <a:spcPct val="115000"/>
              </a:lnSpc>
              <a:spcBef>
                <a:spcPts val="1600"/>
              </a:spcBef>
              <a:spcAft>
                <a:spcPts val="0"/>
              </a:spcAft>
              <a:buClr>
                <a:schemeClr val="dk2"/>
              </a:buClr>
              <a:buSzPts val="1400"/>
              <a:buChar char="●"/>
              <a:defRPr sz="1400">
                <a:solidFill>
                  <a:schemeClr val="dk2"/>
                </a:solidFill>
              </a:defRPr>
            </a:lvl7pPr>
            <a:lvl8pPr indent="-317500" lvl="7" marL="3657600" algn="l">
              <a:lnSpc>
                <a:spcPct val="115000"/>
              </a:lnSpc>
              <a:spcBef>
                <a:spcPts val="1600"/>
              </a:spcBef>
              <a:spcAft>
                <a:spcPts val="0"/>
              </a:spcAft>
              <a:buClr>
                <a:schemeClr val="dk2"/>
              </a:buClr>
              <a:buSzPts val="1400"/>
              <a:buChar char="○"/>
              <a:defRPr sz="1400">
                <a:solidFill>
                  <a:schemeClr val="dk2"/>
                </a:solidFill>
              </a:defRPr>
            </a:lvl8pPr>
            <a:lvl9pPr indent="-317500" lvl="8" marL="4114800" algn="l">
              <a:lnSpc>
                <a:spcPct val="115000"/>
              </a:lnSpc>
              <a:spcBef>
                <a:spcPts val="1600"/>
              </a:spcBef>
              <a:spcAft>
                <a:spcPts val="1600"/>
              </a:spcAft>
              <a:buClr>
                <a:schemeClr val="dk2"/>
              </a:buClr>
              <a:buSzPts val="1400"/>
              <a:buChar char="■"/>
              <a:defRPr sz="1400">
                <a:solidFill>
                  <a:schemeClr val="dk2"/>
                </a:solidFill>
              </a:defRPr>
            </a:lvl9pPr>
          </a:lstStyle>
          <a:p/>
        </p:txBody>
      </p:sp>
      <p:sp>
        <p:nvSpPr>
          <p:cNvPr id="97" name="Google Shape;97;p19"/>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7">
  <p:cSld name="AUTOLAYOUT_8">
    <p:spTree>
      <p:nvGrpSpPr>
        <p:cNvPr id="98" name="Shape 98"/>
        <p:cNvGrpSpPr/>
        <p:nvPr/>
      </p:nvGrpSpPr>
      <p:grpSpPr>
        <a:xfrm>
          <a:off x="0" y="0"/>
          <a:ext cx="0" cy="0"/>
          <a:chOff x="0" y="0"/>
          <a:chExt cx="0" cy="0"/>
        </a:xfrm>
      </p:grpSpPr>
      <p:sp>
        <p:nvSpPr>
          <p:cNvPr id="99" name="Google Shape;99;p20"/>
          <p:cNvSpPr/>
          <p:nvPr/>
        </p:nvSpPr>
        <p:spPr>
          <a:xfrm>
            <a:off x="0" y="0"/>
            <a:ext cx="9144000" cy="5143500"/>
          </a:xfrm>
          <a:prstGeom prst="rect">
            <a:avLst/>
          </a:pr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 name="Google Shape;100;p20"/>
          <p:cNvGrpSpPr/>
          <p:nvPr/>
        </p:nvGrpSpPr>
        <p:grpSpPr>
          <a:xfrm>
            <a:off x="0" y="4510813"/>
            <a:ext cx="9144000" cy="150575"/>
            <a:chOff x="0" y="3797750"/>
            <a:chExt cx="9144000" cy="150575"/>
          </a:xfrm>
        </p:grpSpPr>
        <p:cxnSp>
          <p:nvCxnSpPr>
            <p:cNvPr id="101" name="Google Shape;101;p20"/>
            <p:cNvCxnSpPr/>
            <p:nvPr/>
          </p:nvCxnSpPr>
          <p:spPr>
            <a:xfrm>
              <a:off x="0" y="3797750"/>
              <a:ext cx="9144000" cy="0"/>
            </a:xfrm>
            <a:prstGeom prst="straightConnector1">
              <a:avLst/>
            </a:prstGeom>
            <a:noFill/>
            <a:ln cap="flat" cmpd="sng" w="19050">
              <a:solidFill>
                <a:srgbClr val="90A4AE"/>
              </a:solidFill>
              <a:prstDash val="solid"/>
              <a:round/>
              <a:headEnd len="sm" w="sm" type="none"/>
              <a:tailEnd len="sm" w="sm" type="none"/>
            </a:ln>
          </p:spPr>
        </p:cxnSp>
        <p:cxnSp>
          <p:nvCxnSpPr>
            <p:cNvPr id="102" name="Google Shape;102;p20"/>
            <p:cNvCxnSpPr/>
            <p:nvPr/>
          </p:nvCxnSpPr>
          <p:spPr>
            <a:xfrm>
              <a:off x="0" y="3948325"/>
              <a:ext cx="9144000" cy="0"/>
            </a:xfrm>
            <a:prstGeom prst="straightConnector1">
              <a:avLst/>
            </a:prstGeom>
            <a:noFill/>
            <a:ln cap="flat" cmpd="sng" w="19050">
              <a:solidFill>
                <a:srgbClr val="90A4AE"/>
              </a:solidFill>
              <a:prstDash val="solid"/>
              <a:round/>
              <a:headEnd len="sm" w="sm" type="none"/>
              <a:tailEnd len="sm" w="sm" type="none"/>
            </a:ln>
          </p:spPr>
        </p:cxnSp>
        <p:cxnSp>
          <p:nvCxnSpPr>
            <p:cNvPr id="103" name="Google Shape;103;p20"/>
            <p:cNvCxnSpPr/>
            <p:nvPr/>
          </p:nvCxnSpPr>
          <p:spPr>
            <a:xfrm>
              <a:off x="0" y="3873038"/>
              <a:ext cx="9144000" cy="0"/>
            </a:xfrm>
            <a:prstGeom prst="straightConnector1">
              <a:avLst/>
            </a:prstGeom>
            <a:noFill/>
            <a:ln cap="flat" cmpd="sng" w="19050">
              <a:solidFill>
                <a:srgbClr val="90A4AE"/>
              </a:solidFill>
              <a:prstDash val="solid"/>
              <a:round/>
              <a:headEnd len="sm" w="sm" type="none"/>
              <a:tailEnd len="sm" w="sm" type="none"/>
            </a:ln>
          </p:spPr>
        </p:cxnSp>
      </p:grpSp>
      <p:sp>
        <p:nvSpPr>
          <p:cNvPr id="104" name="Google Shape;104;p20"/>
          <p:cNvSpPr txBox="1"/>
          <p:nvPr>
            <p:ph type="title"/>
          </p:nvPr>
        </p:nvSpPr>
        <p:spPr>
          <a:xfrm>
            <a:off x="311700" y="445025"/>
            <a:ext cx="8520600" cy="5727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3200"/>
              <a:buNone/>
              <a:defRPr sz="3200">
                <a:solidFill>
                  <a:srgbClr val="FFFFFF"/>
                </a:solidFill>
              </a:defRPr>
            </a:lvl1pPr>
            <a:lvl2pPr lvl="1" algn="l">
              <a:lnSpc>
                <a:spcPct val="100000"/>
              </a:lnSpc>
              <a:spcBef>
                <a:spcPts val="0"/>
              </a:spcBef>
              <a:spcAft>
                <a:spcPts val="0"/>
              </a:spcAft>
              <a:buClr>
                <a:srgbClr val="FFFFFF"/>
              </a:buClr>
              <a:buSzPts val="3200"/>
              <a:buNone/>
              <a:defRPr sz="3200">
                <a:solidFill>
                  <a:srgbClr val="FFFFFF"/>
                </a:solidFill>
              </a:defRPr>
            </a:lvl2pPr>
            <a:lvl3pPr lvl="2" algn="l">
              <a:lnSpc>
                <a:spcPct val="100000"/>
              </a:lnSpc>
              <a:spcBef>
                <a:spcPts val="0"/>
              </a:spcBef>
              <a:spcAft>
                <a:spcPts val="0"/>
              </a:spcAft>
              <a:buClr>
                <a:srgbClr val="FFFFFF"/>
              </a:buClr>
              <a:buSzPts val="3200"/>
              <a:buNone/>
              <a:defRPr sz="3200">
                <a:solidFill>
                  <a:srgbClr val="FFFFFF"/>
                </a:solidFill>
              </a:defRPr>
            </a:lvl3pPr>
            <a:lvl4pPr lvl="3" algn="l">
              <a:lnSpc>
                <a:spcPct val="100000"/>
              </a:lnSpc>
              <a:spcBef>
                <a:spcPts val="0"/>
              </a:spcBef>
              <a:spcAft>
                <a:spcPts val="0"/>
              </a:spcAft>
              <a:buClr>
                <a:srgbClr val="FFFFFF"/>
              </a:buClr>
              <a:buSzPts val="3200"/>
              <a:buNone/>
              <a:defRPr sz="3200">
                <a:solidFill>
                  <a:srgbClr val="FFFFFF"/>
                </a:solidFill>
              </a:defRPr>
            </a:lvl4pPr>
            <a:lvl5pPr lvl="4" algn="l">
              <a:lnSpc>
                <a:spcPct val="100000"/>
              </a:lnSpc>
              <a:spcBef>
                <a:spcPts val="0"/>
              </a:spcBef>
              <a:spcAft>
                <a:spcPts val="0"/>
              </a:spcAft>
              <a:buClr>
                <a:srgbClr val="FFFFFF"/>
              </a:buClr>
              <a:buSzPts val="3200"/>
              <a:buNone/>
              <a:defRPr sz="3200">
                <a:solidFill>
                  <a:srgbClr val="FFFFFF"/>
                </a:solidFill>
              </a:defRPr>
            </a:lvl5pPr>
            <a:lvl6pPr lvl="5" algn="l">
              <a:lnSpc>
                <a:spcPct val="100000"/>
              </a:lnSpc>
              <a:spcBef>
                <a:spcPts val="0"/>
              </a:spcBef>
              <a:spcAft>
                <a:spcPts val="0"/>
              </a:spcAft>
              <a:buClr>
                <a:srgbClr val="FFFFFF"/>
              </a:buClr>
              <a:buSzPts val="3200"/>
              <a:buNone/>
              <a:defRPr sz="3200">
                <a:solidFill>
                  <a:srgbClr val="FFFFFF"/>
                </a:solidFill>
              </a:defRPr>
            </a:lvl6pPr>
            <a:lvl7pPr lvl="6" algn="l">
              <a:lnSpc>
                <a:spcPct val="100000"/>
              </a:lnSpc>
              <a:spcBef>
                <a:spcPts val="0"/>
              </a:spcBef>
              <a:spcAft>
                <a:spcPts val="0"/>
              </a:spcAft>
              <a:buClr>
                <a:srgbClr val="FFFFFF"/>
              </a:buClr>
              <a:buSzPts val="3200"/>
              <a:buNone/>
              <a:defRPr sz="3200">
                <a:solidFill>
                  <a:srgbClr val="FFFFFF"/>
                </a:solidFill>
              </a:defRPr>
            </a:lvl7pPr>
            <a:lvl8pPr lvl="7" algn="l">
              <a:lnSpc>
                <a:spcPct val="100000"/>
              </a:lnSpc>
              <a:spcBef>
                <a:spcPts val="0"/>
              </a:spcBef>
              <a:spcAft>
                <a:spcPts val="0"/>
              </a:spcAft>
              <a:buClr>
                <a:srgbClr val="FFFFFF"/>
              </a:buClr>
              <a:buSzPts val="3200"/>
              <a:buNone/>
              <a:defRPr sz="3200">
                <a:solidFill>
                  <a:srgbClr val="FFFFFF"/>
                </a:solidFill>
              </a:defRPr>
            </a:lvl8pPr>
            <a:lvl9pPr lvl="8" algn="l">
              <a:lnSpc>
                <a:spcPct val="100000"/>
              </a:lnSpc>
              <a:spcBef>
                <a:spcPts val="0"/>
              </a:spcBef>
              <a:spcAft>
                <a:spcPts val="0"/>
              </a:spcAft>
              <a:buClr>
                <a:srgbClr val="FFFFFF"/>
              </a:buClr>
              <a:buSzPts val="3200"/>
              <a:buNone/>
              <a:defRPr sz="3200">
                <a:solidFill>
                  <a:srgbClr val="FFFFFF"/>
                </a:solidFill>
              </a:defRPr>
            </a:lvl9pPr>
          </a:lstStyle>
          <a:p/>
        </p:txBody>
      </p:sp>
      <p:sp>
        <p:nvSpPr>
          <p:cNvPr id="105" name="Google Shape;105;p20"/>
          <p:cNvSpPr txBox="1"/>
          <p:nvPr>
            <p:ph idx="1" type="body"/>
          </p:nvPr>
        </p:nvSpPr>
        <p:spPr>
          <a:xfrm>
            <a:off x="311700" y="1152475"/>
            <a:ext cx="4302000" cy="3223800"/>
          </a:xfrm>
          <a:prstGeom prst="rect">
            <a:avLst/>
          </a:prstGeom>
          <a:noFill/>
        </p:spPr>
        <p:txBody>
          <a:bodyPr anchorCtr="0" anchor="t" bIns="91425" lIns="91425" spcFirstLastPara="1" rIns="91425" wrap="square" tIns="91425">
            <a:noAutofit/>
          </a:bodyPr>
          <a:lstStyle>
            <a:lvl1pPr indent="-330200" lvl="0" marL="457200" algn="l">
              <a:lnSpc>
                <a:spcPct val="115000"/>
              </a:lnSpc>
              <a:spcBef>
                <a:spcPts val="0"/>
              </a:spcBef>
              <a:spcAft>
                <a:spcPts val="0"/>
              </a:spcAft>
              <a:buClr>
                <a:srgbClr val="FFFFFF"/>
              </a:buClr>
              <a:buSzPts val="1600"/>
              <a:buChar char="●"/>
              <a:defRPr sz="1600">
                <a:solidFill>
                  <a:srgbClr val="FFFFFF"/>
                </a:solidFill>
              </a:defRPr>
            </a:lvl1pPr>
            <a:lvl2pPr indent="-317500" lvl="1" marL="914400" algn="l">
              <a:lnSpc>
                <a:spcPct val="115000"/>
              </a:lnSpc>
              <a:spcBef>
                <a:spcPts val="1600"/>
              </a:spcBef>
              <a:spcAft>
                <a:spcPts val="0"/>
              </a:spcAft>
              <a:buClr>
                <a:srgbClr val="FFFFFF"/>
              </a:buClr>
              <a:buSzPts val="1400"/>
              <a:buChar char="○"/>
              <a:defRPr sz="1400">
                <a:solidFill>
                  <a:srgbClr val="FFFFFF"/>
                </a:solidFill>
              </a:defRPr>
            </a:lvl2pPr>
            <a:lvl3pPr indent="-317500" lvl="2" marL="1371600" algn="l">
              <a:lnSpc>
                <a:spcPct val="115000"/>
              </a:lnSpc>
              <a:spcBef>
                <a:spcPts val="1600"/>
              </a:spcBef>
              <a:spcAft>
                <a:spcPts val="0"/>
              </a:spcAft>
              <a:buClr>
                <a:srgbClr val="FFFFFF"/>
              </a:buClr>
              <a:buSzPts val="1400"/>
              <a:buChar char="■"/>
              <a:defRPr sz="1400">
                <a:solidFill>
                  <a:srgbClr val="FFFFFF"/>
                </a:solidFill>
              </a:defRPr>
            </a:lvl3pPr>
            <a:lvl4pPr indent="-317500" lvl="3" marL="1828800" algn="l">
              <a:lnSpc>
                <a:spcPct val="115000"/>
              </a:lnSpc>
              <a:spcBef>
                <a:spcPts val="1600"/>
              </a:spcBef>
              <a:spcAft>
                <a:spcPts val="0"/>
              </a:spcAft>
              <a:buClr>
                <a:srgbClr val="FFFFFF"/>
              </a:buClr>
              <a:buSzPts val="1400"/>
              <a:buChar char="●"/>
              <a:defRPr sz="1400">
                <a:solidFill>
                  <a:srgbClr val="FFFFFF"/>
                </a:solidFill>
              </a:defRPr>
            </a:lvl4pPr>
            <a:lvl5pPr indent="-317500" lvl="4" marL="2286000" algn="l">
              <a:lnSpc>
                <a:spcPct val="115000"/>
              </a:lnSpc>
              <a:spcBef>
                <a:spcPts val="1600"/>
              </a:spcBef>
              <a:spcAft>
                <a:spcPts val="0"/>
              </a:spcAft>
              <a:buClr>
                <a:srgbClr val="FFFFFF"/>
              </a:buClr>
              <a:buSzPts val="1400"/>
              <a:buChar char="○"/>
              <a:defRPr sz="1400">
                <a:solidFill>
                  <a:srgbClr val="FFFFFF"/>
                </a:solidFill>
              </a:defRPr>
            </a:lvl5pPr>
            <a:lvl6pPr indent="-317500" lvl="5" marL="2743200" algn="l">
              <a:lnSpc>
                <a:spcPct val="115000"/>
              </a:lnSpc>
              <a:spcBef>
                <a:spcPts val="1600"/>
              </a:spcBef>
              <a:spcAft>
                <a:spcPts val="0"/>
              </a:spcAft>
              <a:buClr>
                <a:srgbClr val="FFFFFF"/>
              </a:buClr>
              <a:buSzPts val="1400"/>
              <a:buChar char="■"/>
              <a:defRPr sz="1400">
                <a:solidFill>
                  <a:srgbClr val="FFFFFF"/>
                </a:solidFill>
              </a:defRPr>
            </a:lvl6pPr>
            <a:lvl7pPr indent="-317500" lvl="6" marL="3200400" algn="l">
              <a:lnSpc>
                <a:spcPct val="115000"/>
              </a:lnSpc>
              <a:spcBef>
                <a:spcPts val="1600"/>
              </a:spcBef>
              <a:spcAft>
                <a:spcPts val="0"/>
              </a:spcAft>
              <a:buClr>
                <a:srgbClr val="FFFFFF"/>
              </a:buClr>
              <a:buSzPts val="1400"/>
              <a:buChar char="●"/>
              <a:defRPr sz="1400">
                <a:solidFill>
                  <a:srgbClr val="FFFFFF"/>
                </a:solidFill>
              </a:defRPr>
            </a:lvl7pPr>
            <a:lvl8pPr indent="-317500" lvl="7" marL="3657600" algn="l">
              <a:lnSpc>
                <a:spcPct val="115000"/>
              </a:lnSpc>
              <a:spcBef>
                <a:spcPts val="1600"/>
              </a:spcBef>
              <a:spcAft>
                <a:spcPts val="0"/>
              </a:spcAft>
              <a:buClr>
                <a:srgbClr val="FFFFFF"/>
              </a:buClr>
              <a:buSzPts val="1400"/>
              <a:buChar char="○"/>
              <a:defRPr sz="1400">
                <a:solidFill>
                  <a:srgbClr val="FFFFFF"/>
                </a:solidFill>
              </a:defRPr>
            </a:lvl8pPr>
            <a:lvl9pPr indent="-317500" lvl="8" marL="4114800" algn="l">
              <a:lnSpc>
                <a:spcPct val="115000"/>
              </a:lnSpc>
              <a:spcBef>
                <a:spcPts val="1600"/>
              </a:spcBef>
              <a:spcAft>
                <a:spcPts val="1600"/>
              </a:spcAft>
              <a:buClr>
                <a:srgbClr val="FFFFFF"/>
              </a:buClr>
              <a:buSzPts val="1400"/>
              <a:buChar char="■"/>
              <a:defRPr sz="1400">
                <a:solidFill>
                  <a:srgbClr val="FFFFFF"/>
                </a:solidFill>
              </a:defRPr>
            </a:lvl9pPr>
          </a:lstStyle>
          <a:p/>
        </p:txBody>
      </p:sp>
      <p:sp>
        <p:nvSpPr>
          <p:cNvPr id="106" name="Google Shape;106;p20"/>
          <p:cNvSpPr txBox="1"/>
          <p:nvPr>
            <p:ph idx="2" type="body"/>
          </p:nvPr>
        </p:nvSpPr>
        <p:spPr>
          <a:xfrm>
            <a:off x="4719123" y="1152475"/>
            <a:ext cx="4302000" cy="3223800"/>
          </a:xfrm>
          <a:prstGeom prst="rect">
            <a:avLst/>
          </a:prstGeom>
          <a:noFill/>
        </p:spPr>
        <p:txBody>
          <a:bodyPr anchorCtr="0" anchor="t" bIns="91425" lIns="91425" spcFirstLastPara="1" rIns="91425" wrap="square" tIns="91425">
            <a:noAutofit/>
          </a:bodyPr>
          <a:lstStyle>
            <a:lvl1pPr indent="-330200" lvl="0" marL="457200" algn="l">
              <a:lnSpc>
                <a:spcPct val="115000"/>
              </a:lnSpc>
              <a:spcBef>
                <a:spcPts val="0"/>
              </a:spcBef>
              <a:spcAft>
                <a:spcPts val="0"/>
              </a:spcAft>
              <a:buClr>
                <a:srgbClr val="FFFFFF"/>
              </a:buClr>
              <a:buSzPts val="1600"/>
              <a:buChar char="●"/>
              <a:defRPr sz="1600">
                <a:solidFill>
                  <a:srgbClr val="FFFFFF"/>
                </a:solidFill>
              </a:defRPr>
            </a:lvl1pPr>
            <a:lvl2pPr indent="-317500" lvl="1" marL="914400" algn="l">
              <a:lnSpc>
                <a:spcPct val="115000"/>
              </a:lnSpc>
              <a:spcBef>
                <a:spcPts val="1600"/>
              </a:spcBef>
              <a:spcAft>
                <a:spcPts val="0"/>
              </a:spcAft>
              <a:buClr>
                <a:srgbClr val="FFFFFF"/>
              </a:buClr>
              <a:buSzPts val="1400"/>
              <a:buChar char="○"/>
              <a:defRPr sz="1400">
                <a:solidFill>
                  <a:srgbClr val="FFFFFF"/>
                </a:solidFill>
              </a:defRPr>
            </a:lvl2pPr>
            <a:lvl3pPr indent="-317500" lvl="2" marL="1371600" algn="l">
              <a:lnSpc>
                <a:spcPct val="115000"/>
              </a:lnSpc>
              <a:spcBef>
                <a:spcPts val="1600"/>
              </a:spcBef>
              <a:spcAft>
                <a:spcPts val="0"/>
              </a:spcAft>
              <a:buClr>
                <a:srgbClr val="FFFFFF"/>
              </a:buClr>
              <a:buSzPts val="1400"/>
              <a:buChar char="■"/>
              <a:defRPr sz="1400">
                <a:solidFill>
                  <a:srgbClr val="FFFFFF"/>
                </a:solidFill>
              </a:defRPr>
            </a:lvl3pPr>
            <a:lvl4pPr indent="-317500" lvl="3" marL="1828800" algn="l">
              <a:lnSpc>
                <a:spcPct val="115000"/>
              </a:lnSpc>
              <a:spcBef>
                <a:spcPts val="1600"/>
              </a:spcBef>
              <a:spcAft>
                <a:spcPts val="0"/>
              </a:spcAft>
              <a:buClr>
                <a:srgbClr val="FFFFFF"/>
              </a:buClr>
              <a:buSzPts val="1400"/>
              <a:buChar char="●"/>
              <a:defRPr sz="1400">
                <a:solidFill>
                  <a:srgbClr val="FFFFFF"/>
                </a:solidFill>
              </a:defRPr>
            </a:lvl4pPr>
            <a:lvl5pPr indent="-317500" lvl="4" marL="2286000" algn="l">
              <a:lnSpc>
                <a:spcPct val="115000"/>
              </a:lnSpc>
              <a:spcBef>
                <a:spcPts val="1600"/>
              </a:spcBef>
              <a:spcAft>
                <a:spcPts val="0"/>
              </a:spcAft>
              <a:buClr>
                <a:srgbClr val="FFFFFF"/>
              </a:buClr>
              <a:buSzPts val="1400"/>
              <a:buChar char="○"/>
              <a:defRPr sz="1400">
                <a:solidFill>
                  <a:srgbClr val="FFFFFF"/>
                </a:solidFill>
              </a:defRPr>
            </a:lvl5pPr>
            <a:lvl6pPr indent="-317500" lvl="5" marL="2743200" algn="l">
              <a:lnSpc>
                <a:spcPct val="115000"/>
              </a:lnSpc>
              <a:spcBef>
                <a:spcPts val="1600"/>
              </a:spcBef>
              <a:spcAft>
                <a:spcPts val="0"/>
              </a:spcAft>
              <a:buClr>
                <a:srgbClr val="FFFFFF"/>
              </a:buClr>
              <a:buSzPts val="1400"/>
              <a:buChar char="■"/>
              <a:defRPr sz="1400">
                <a:solidFill>
                  <a:srgbClr val="FFFFFF"/>
                </a:solidFill>
              </a:defRPr>
            </a:lvl6pPr>
            <a:lvl7pPr indent="-317500" lvl="6" marL="3200400" algn="l">
              <a:lnSpc>
                <a:spcPct val="115000"/>
              </a:lnSpc>
              <a:spcBef>
                <a:spcPts val="1600"/>
              </a:spcBef>
              <a:spcAft>
                <a:spcPts val="0"/>
              </a:spcAft>
              <a:buClr>
                <a:srgbClr val="FFFFFF"/>
              </a:buClr>
              <a:buSzPts val="1400"/>
              <a:buChar char="●"/>
              <a:defRPr sz="1400">
                <a:solidFill>
                  <a:srgbClr val="FFFFFF"/>
                </a:solidFill>
              </a:defRPr>
            </a:lvl7pPr>
            <a:lvl8pPr indent="-317500" lvl="7" marL="3657600" algn="l">
              <a:lnSpc>
                <a:spcPct val="115000"/>
              </a:lnSpc>
              <a:spcBef>
                <a:spcPts val="1600"/>
              </a:spcBef>
              <a:spcAft>
                <a:spcPts val="0"/>
              </a:spcAft>
              <a:buClr>
                <a:srgbClr val="FFFFFF"/>
              </a:buClr>
              <a:buSzPts val="1400"/>
              <a:buChar char="○"/>
              <a:defRPr sz="1400">
                <a:solidFill>
                  <a:srgbClr val="FFFFFF"/>
                </a:solidFill>
              </a:defRPr>
            </a:lvl8pPr>
            <a:lvl9pPr indent="-317500" lvl="8" marL="4114800" algn="l">
              <a:lnSpc>
                <a:spcPct val="115000"/>
              </a:lnSpc>
              <a:spcBef>
                <a:spcPts val="1600"/>
              </a:spcBef>
              <a:spcAft>
                <a:spcPts val="1600"/>
              </a:spcAft>
              <a:buClr>
                <a:srgbClr val="FFFFFF"/>
              </a:buClr>
              <a:buSzPts val="1400"/>
              <a:buChar char="■"/>
              <a:defRPr sz="1400">
                <a:solidFill>
                  <a:srgbClr val="FFFFFF"/>
                </a:solidFill>
              </a:defRPr>
            </a:lvl9pPr>
          </a:lstStyle>
          <a:p/>
        </p:txBody>
      </p:sp>
      <p:sp>
        <p:nvSpPr>
          <p:cNvPr id="107" name="Google Shape;107;p20"/>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FFFFFF"/>
                </a:solidFill>
              </a:defRPr>
            </a:lvl1pPr>
            <a:lvl2pPr lvl="1" algn="r">
              <a:lnSpc>
                <a:spcPct val="100000"/>
              </a:lnSpc>
              <a:spcAft>
                <a:spcPts val="0"/>
              </a:spcAft>
              <a:buNone/>
              <a:defRPr sz="1000">
                <a:solidFill>
                  <a:srgbClr val="FFFFFF"/>
                </a:solidFill>
              </a:defRPr>
            </a:lvl2pPr>
            <a:lvl3pPr lvl="2" algn="r">
              <a:lnSpc>
                <a:spcPct val="100000"/>
              </a:lnSpc>
              <a:spcAft>
                <a:spcPts val="0"/>
              </a:spcAft>
              <a:buNone/>
              <a:defRPr sz="1000">
                <a:solidFill>
                  <a:srgbClr val="FFFFFF"/>
                </a:solidFill>
              </a:defRPr>
            </a:lvl3pPr>
            <a:lvl4pPr lvl="3" algn="r">
              <a:lnSpc>
                <a:spcPct val="100000"/>
              </a:lnSpc>
              <a:spcAft>
                <a:spcPts val="0"/>
              </a:spcAft>
              <a:buNone/>
              <a:defRPr sz="1000">
                <a:solidFill>
                  <a:srgbClr val="FFFFFF"/>
                </a:solidFill>
              </a:defRPr>
            </a:lvl4pPr>
            <a:lvl5pPr lvl="4" algn="r">
              <a:lnSpc>
                <a:spcPct val="100000"/>
              </a:lnSpc>
              <a:spcAft>
                <a:spcPts val="0"/>
              </a:spcAft>
              <a:buNone/>
              <a:defRPr sz="1000">
                <a:solidFill>
                  <a:srgbClr val="FFFFFF"/>
                </a:solidFill>
              </a:defRPr>
            </a:lvl5pPr>
            <a:lvl6pPr lvl="5" algn="r">
              <a:lnSpc>
                <a:spcPct val="100000"/>
              </a:lnSpc>
              <a:spcAft>
                <a:spcPts val="0"/>
              </a:spcAft>
              <a:buNone/>
              <a:defRPr sz="1000">
                <a:solidFill>
                  <a:srgbClr val="FFFFFF"/>
                </a:solidFill>
              </a:defRPr>
            </a:lvl6pPr>
            <a:lvl7pPr lvl="6" algn="r">
              <a:lnSpc>
                <a:spcPct val="100000"/>
              </a:lnSpc>
              <a:spcAft>
                <a:spcPts val="0"/>
              </a:spcAft>
              <a:buNone/>
              <a:defRPr sz="1000">
                <a:solidFill>
                  <a:srgbClr val="FFFFFF"/>
                </a:solidFill>
              </a:defRPr>
            </a:lvl7pPr>
            <a:lvl8pPr lvl="7" algn="r">
              <a:lnSpc>
                <a:spcPct val="100000"/>
              </a:lnSpc>
              <a:spcAft>
                <a:spcPts val="0"/>
              </a:spcAft>
              <a:buNone/>
              <a:defRPr sz="1000">
                <a:solidFill>
                  <a:srgbClr val="FFFFFF"/>
                </a:solidFill>
              </a:defRPr>
            </a:lvl8pPr>
            <a:lvl9pPr lvl="8"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ustom layout 8">
  <p:cSld name="AUTOLAYOUT_9">
    <p:bg>
      <p:bgPr>
        <a:solidFill>
          <a:srgbClr val="FFFFFF"/>
        </a:solidFill>
      </p:bgPr>
    </p:bg>
    <p:spTree>
      <p:nvGrpSpPr>
        <p:cNvPr id="108" name="Shape 108"/>
        <p:cNvGrpSpPr/>
        <p:nvPr/>
      </p:nvGrpSpPr>
      <p:grpSpPr>
        <a:xfrm>
          <a:off x="0" y="0"/>
          <a:ext cx="0" cy="0"/>
          <a:chOff x="0" y="0"/>
          <a:chExt cx="0" cy="0"/>
        </a:xfrm>
      </p:grpSpPr>
      <p:sp>
        <p:nvSpPr>
          <p:cNvPr id="109" name="Google Shape;109;p21"/>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1"/>
          <p:cNvSpPr/>
          <p:nvPr/>
        </p:nvSpPr>
        <p:spPr>
          <a:xfrm>
            <a:off x="0" y="0"/>
            <a:ext cx="3585000" cy="51435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1"/>
          <p:cNvSpPr/>
          <p:nvPr/>
        </p:nvSpPr>
        <p:spPr>
          <a:xfrm>
            <a:off x="4108825" y="636500"/>
            <a:ext cx="1944900" cy="579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1"/>
          <p:cNvSpPr/>
          <p:nvPr/>
        </p:nvSpPr>
        <p:spPr>
          <a:xfrm>
            <a:off x="388425" y="636500"/>
            <a:ext cx="2789700" cy="57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txBox="1"/>
          <p:nvPr>
            <p:ph type="title"/>
          </p:nvPr>
        </p:nvSpPr>
        <p:spPr>
          <a:xfrm>
            <a:off x="308775" y="770525"/>
            <a:ext cx="2866800" cy="37536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2800"/>
              <a:buNone/>
              <a:defRPr b="1" sz="2800">
                <a:solidFill>
                  <a:srgbClr val="FFFFFF"/>
                </a:solidFill>
              </a:defRPr>
            </a:lvl1pPr>
            <a:lvl2pPr lvl="1" algn="l">
              <a:lnSpc>
                <a:spcPct val="100000"/>
              </a:lnSpc>
              <a:spcBef>
                <a:spcPts val="0"/>
              </a:spcBef>
              <a:spcAft>
                <a:spcPts val="0"/>
              </a:spcAft>
              <a:buClr>
                <a:srgbClr val="FFFFFF"/>
              </a:buClr>
              <a:buSzPts val="2800"/>
              <a:buNone/>
              <a:defRPr b="1" sz="2800">
                <a:solidFill>
                  <a:srgbClr val="FFFFFF"/>
                </a:solidFill>
              </a:defRPr>
            </a:lvl2pPr>
            <a:lvl3pPr lvl="2" algn="l">
              <a:lnSpc>
                <a:spcPct val="100000"/>
              </a:lnSpc>
              <a:spcBef>
                <a:spcPts val="0"/>
              </a:spcBef>
              <a:spcAft>
                <a:spcPts val="0"/>
              </a:spcAft>
              <a:buClr>
                <a:srgbClr val="FFFFFF"/>
              </a:buClr>
              <a:buSzPts val="2800"/>
              <a:buNone/>
              <a:defRPr b="1" sz="2800">
                <a:solidFill>
                  <a:srgbClr val="FFFFFF"/>
                </a:solidFill>
              </a:defRPr>
            </a:lvl3pPr>
            <a:lvl4pPr lvl="3" algn="l">
              <a:lnSpc>
                <a:spcPct val="100000"/>
              </a:lnSpc>
              <a:spcBef>
                <a:spcPts val="0"/>
              </a:spcBef>
              <a:spcAft>
                <a:spcPts val="0"/>
              </a:spcAft>
              <a:buClr>
                <a:srgbClr val="FFFFFF"/>
              </a:buClr>
              <a:buSzPts val="2800"/>
              <a:buNone/>
              <a:defRPr b="1" sz="2800">
                <a:solidFill>
                  <a:srgbClr val="FFFFFF"/>
                </a:solidFill>
              </a:defRPr>
            </a:lvl4pPr>
            <a:lvl5pPr lvl="4" algn="l">
              <a:lnSpc>
                <a:spcPct val="100000"/>
              </a:lnSpc>
              <a:spcBef>
                <a:spcPts val="0"/>
              </a:spcBef>
              <a:spcAft>
                <a:spcPts val="0"/>
              </a:spcAft>
              <a:buClr>
                <a:srgbClr val="FFFFFF"/>
              </a:buClr>
              <a:buSzPts val="2800"/>
              <a:buNone/>
              <a:defRPr b="1" sz="2800">
                <a:solidFill>
                  <a:srgbClr val="FFFFFF"/>
                </a:solidFill>
              </a:defRPr>
            </a:lvl5pPr>
            <a:lvl6pPr lvl="5" algn="l">
              <a:lnSpc>
                <a:spcPct val="100000"/>
              </a:lnSpc>
              <a:spcBef>
                <a:spcPts val="0"/>
              </a:spcBef>
              <a:spcAft>
                <a:spcPts val="0"/>
              </a:spcAft>
              <a:buClr>
                <a:srgbClr val="FFFFFF"/>
              </a:buClr>
              <a:buSzPts val="2800"/>
              <a:buNone/>
              <a:defRPr b="1" sz="2800">
                <a:solidFill>
                  <a:srgbClr val="FFFFFF"/>
                </a:solidFill>
              </a:defRPr>
            </a:lvl6pPr>
            <a:lvl7pPr lvl="6" algn="l">
              <a:lnSpc>
                <a:spcPct val="100000"/>
              </a:lnSpc>
              <a:spcBef>
                <a:spcPts val="0"/>
              </a:spcBef>
              <a:spcAft>
                <a:spcPts val="0"/>
              </a:spcAft>
              <a:buClr>
                <a:srgbClr val="FFFFFF"/>
              </a:buClr>
              <a:buSzPts val="2800"/>
              <a:buNone/>
              <a:defRPr b="1" sz="2800">
                <a:solidFill>
                  <a:srgbClr val="FFFFFF"/>
                </a:solidFill>
              </a:defRPr>
            </a:lvl7pPr>
            <a:lvl8pPr lvl="7" algn="l">
              <a:lnSpc>
                <a:spcPct val="100000"/>
              </a:lnSpc>
              <a:spcBef>
                <a:spcPts val="0"/>
              </a:spcBef>
              <a:spcAft>
                <a:spcPts val="0"/>
              </a:spcAft>
              <a:buClr>
                <a:srgbClr val="FFFFFF"/>
              </a:buClr>
              <a:buSzPts val="2800"/>
              <a:buNone/>
              <a:defRPr b="1" sz="2800">
                <a:solidFill>
                  <a:srgbClr val="FFFFFF"/>
                </a:solidFill>
              </a:defRPr>
            </a:lvl8pPr>
            <a:lvl9pPr lvl="8" algn="l">
              <a:lnSpc>
                <a:spcPct val="100000"/>
              </a:lnSpc>
              <a:spcBef>
                <a:spcPts val="0"/>
              </a:spcBef>
              <a:spcAft>
                <a:spcPts val="0"/>
              </a:spcAft>
              <a:buClr>
                <a:srgbClr val="FFFFFF"/>
              </a:buClr>
              <a:buSzPts val="2800"/>
              <a:buNone/>
              <a:defRPr b="1" sz="2800">
                <a:solidFill>
                  <a:srgbClr val="FFFFFF"/>
                </a:solidFill>
              </a:defRPr>
            </a:lvl9pPr>
          </a:lstStyle>
          <a:p/>
        </p:txBody>
      </p:sp>
      <p:sp>
        <p:nvSpPr>
          <p:cNvPr id="114" name="Google Shape;114;p21"/>
          <p:cNvSpPr txBox="1"/>
          <p:nvPr>
            <p:ph idx="1" type="body"/>
          </p:nvPr>
        </p:nvSpPr>
        <p:spPr>
          <a:xfrm>
            <a:off x="4022850" y="770525"/>
            <a:ext cx="4919400" cy="3811800"/>
          </a:xfrm>
          <a:prstGeom prst="rect">
            <a:avLst/>
          </a:prstGeom>
          <a:noFill/>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400">
                <a:solidFill>
                  <a:srgbClr val="434343"/>
                </a:solidFill>
              </a:defRPr>
            </a:lvl1pPr>
            <a:lvl2pPr indent="-304800" lvl="1" marL="914400" algn="l">
              <a:lnSpc>
                <a:spcPct val="115000"/>
              </a:lnSpc>
              <a:spcBef>
                <a:spcPts val="1600"/>
              </a:spcBef>
              <a:spcAft>
                <a:spcPts val="0"/>
              </a:spcAft>
              <a:buClr>
                <a:srgbClr val="434343"/>
              </a:buClr>
              <a:buSzPts val="1200"/>
              <a:buChar char="○"/>
              <a:defRPr sz="1200">
                <a:solidFill>
                  <a:srgbClr val="434343"/>
                </a:solidFill>
              </a:defRPr>
            </a:lvl2pPr>
            <a:lvl3pPr indent="-304800" lvl="2" marL="1371600" algn="l">
              <a:lnSpc>
                <a:spcPct val="115000"/>
              </a:lnSpc>
              <a:spcBef>
                <a:spcPts val="1600"/>
              </a:spcBef>
              <a:spcAft>
                <a:spcPts val="0"/>
              </a:spcAft>
              <a:buClr>
                <a:srgbClr val="434343"/>
              </a:buClr>
              <a:buSzPts val="1200"/>
              <a:buChar char="■"/>
              <a:defRPr sz="1200">
                <a:solidFill>
                  <a:srgbClr val="434343"/>
                </a:solidFill>
              </a:defRPr>
            </a:lvl3pPr>
            <a:lvl4pPr indent="-304800" lvl="3" marL="1828800" algn="l">
              <a:lnSpc>
                <a:spcPct val="115000"/>
              </a:lnSpc>
              <a:spcBef>
                <a:spcPts val="1600"/>
              </a:spcBef>
              <a:spcAft>
                <a:spcPts val="0"/>
              </a:spcAft>
              <a:buClr>
                <a:srgbClr val="434343"/>
              </a:buClr>
              <a:buSzPts val="1200"/>
              <a:buChar char="●"/>
              <a:defRPr sz="1200">
                <a:solidFill>
                  <a:srgbClr val="434343"/>
                </a:solidFill>
              </a:defRPr>
            </a:lvl4pPr>
            <a:lvl5pPr indent="-304800" lvl="4" marL="2286000" algn="l">
              <a:lnSpc>
                <a:spcPct val="115000"/>
              </a:lnSpc>
              <a:spcBef>
                <a:spcPts val="1600"/>
              </a:spcBef>
              <a:spcAft>
                <a:spcPts val="0"/>
              </a:spcAft>
              <a:buClr>
                <a:srgbClr val="434343"/>
              </a:buClr>
              <a:buSzPts val="1200"/>
              <a:buChar char="○"/>
              <a:defRPr sz="1200">
                <a:solidFill>
                  <a:srgbClr val="434343"/>
                </a:solidFill>
              </a:defRPr>
            </a:lvl5pPr>
            <a:lvl6pPr indent="-304800" lvl="5" marL="2743200" algn="l">
              <a:lnSpc>
                <a:spcPct val="115000"/>
              </a:lnSpc>
              <a:spcBef>
                <a:spcPts val="1600"/>
              </a:spcBef>
              <a:spcAft>
                <a:spcPts val="0"/>
              </a:spcAft>
              <a:buClr>
                <a:srgbClr val="434343"/>
              </a:buClr>
              <a:buSzPts val="1200"/>
              <a:buChar char="■"/>
              <a:defRPr sz="1200">
                <a:solidFill>
                  <a:srgbClr val="434343"/>
                </a:solidFill>
              </a:defRPr>
            </a:lvl6pPr>
            <a:lvl7pPr indent="-304800" lvl="6" marL="3200400" algn="l">
              <a:lnSpc>
                <a:spcPct val="115000"/>
              </a:lnSpc>
              <a:spcBef>
                <a:spcPts val="1600"/>
              </a:spcBef>
              <a:spcAft>
                <a:spcPts val="0"/>
              </a:spcAft>
              <a:buClr>
                <a:srgbClr val="434343"/>
              </a:buClr>
              <a:buSzPts val="1200"/>
              <a:buChar char="●"/>
              <a:defRPr sz="1200">
                <a:solidFill>
                  <a:srgbClr val="434343"/>
                </a:solidFill>
              </a:defRPr>
            </a:lvl7pPr>
            <a:lvl8pPr indent="-304800" lvl="7" marL="3657600" algn="l">
              <a:lnSpc>
                <a:spcPct val="115000"/>
              </a:lnSpc>
              <a:spcBef>
                <a:spcPts val="1600"/>
              </a:spcBef>
              <a:spcAft>
                <a:spcPts val="0"/>
              </a:spcAft>
              <a:buClr>
                <a:srgbClr val="434343"/>
              </a:buClr>
              <a:buSzPts val="1200"/>
              <a:buChar char="○"/>
              <a:defRPr sz="1200">
                <a:solidFill>
                  <a:srgbClr val="434343"/>
                </a:solidFill>
              </a:defRPr>
            </a:lvl8pPr>
            <a:lvl9pPr indent="-304800" lvl="8" marL="4114800" algn="l">
              <a:lnSpc>
                <a:spcPct val="115000"/>
              </a:lnSpc>
              <a:spcBef>
                <a:spcPts val="1600"/>
              </a:spcBef>
              <a:spcAft>
                <a:spcPts val="1600"/>
              </a:spcAft>
              <a:buClr>
                <a:srgbClr val="434343"/>
              </a:buClr>
              <a:buSzPts val="1200"/>
              <a:buChar char="■"/>
              <a:defRPr sz="1200">
                <a:solidFill>
                  <a:srgbClr val="434343"/>
                </a:solidFill>
              </a:defRPr>
            </a:lvl9pPr>
          </a:lstStyle>
          <a:p/>
        </p:txBody>
      </p:sp>
      <p:sp>
        <p:nvSpPr>
          <p:cNvPr id="115" name="Google Shape;115;p21"/>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666666"/>
                </a:solidFill>
              </a:defRPr>
            </a:lvl1pPr>
            <a:lvl2pPr lvl="1" algn="r">
              <a:lnSpc>
                <a:spcPct val="100000"/>
              </a:lnSpc>
              <a:spcAft>
                <a:spcPts val="0"/>
              </a:spcAft>
              <a:buNone/>
              <a:defRPr sz="1000">
                <a:solidFill>
                  <a:srgbClr val="666666"/>
                </a:solidFill>
              </a:defRPr>
            </a:lvl2pPr>
            <a:lvl3pPr lvl="2" algn="r">
              <a:lnSpc>
                <a:spcPct val="100000"/>
              </a:lnSpc>
              <a:spcAft>
                <a:spcPts val="0"/>
              </a:spcAft>
              <a:buNone/>
              <a:defRPr sz="1000">
                <a:solidFill>
                  <a:srgbClr val="666666"/>
                </a:solidFill>
              </a:defRPr>
            </a:lvl3pPr>
            <a:lvl4pPr lvl="3" algn="r">
              <a:lnSpc>
                <a:spcPct val="100000"/>
              </a:lnSpc>
              <a:spcAft>
                <a:spcPts val="0"/>
              </a:spcAft>
              <a:buNone/>
              <a:defRPr sz="1000">
                <a:solidFill>
                  <a:srgbClr val="666666"/>
                </a:solidFill>
              </a:defRPr>
            </a:lvl4pPr>
            <a:lvl5pPr lvl="4" algn="r">
              <a:lnSpc>
                <a:spcPct val="100000"/>
              </a:lnSpc>
              <a:spcAft>
                <a:spcPts val="0"/>
              </a:spcAft>
              <a:buNone/>
              <a:defRPr sz="1000">
                <a:solidFill>
                  <a:srgbClr val="666666"/>
                </a:solidFill>
              </a:defRPr>
            </a:lvl5pPr>
            <a:lvl6pPr lvl="5" algn="r">
              <a:lnSpc>
                <a:spcPct val="100000"/>
              </a:lnSpc>
              <a:spcAft>
                <a:spcPts val="0"/>
              </a:spcAft>
              <a:buNone/>
              <a:defRPr sz="1000">
                <a:solidFill>
                  <a:srgbClr val="666666"/>
                </a:solidFill>
              </a:defRPr>
            </a:lvl6pPr>
            <a:lvl7pPr lvl="6" algn="r">
              <a:lnSpc>
                <a:spcPct val="100000"/>
              </a:lnSpc>
              <a:spcAft>
                <a:spcPts val="0"/>
              </a:spcAft>
              <a:buNone/>
              <a:defRPr sz="1000">
                <a:solidFill>
                  <a:srgbClr val="666666"/>
                </a:solidFill>
              </a:defRPr>
            </a:lvl7pPr>
            <a:lvl8pPr lvl="7" algn="r">
              <a:lnSpc>
                <a:spcPct val="100000"/>
              </a:lnSpc>
              <a:spcAft>
                <a:spcPts val="0"/>
              </a:spcAft>
              <a:buNone/>
              <a:defRPr sz="1000">
                <a:solidFill>
                  <a:srgbClr val="666666"/>
                </a:solidFill>
              </a:defRPr>
            </a:lvl8pPr>
            <a:lvl9pPr lvl="8" algn="r">
              <a:lnSpc>
                <a:spcPct val="100000"/>
              </a:lnSpc>
              <a:spcAft>
                <a:spcPts val="0"/>
              </a:spcAft>
              <a:buNone/>
              <a:defRPr sz="1000">
                <a:solidFill>
                  <a:srgbClr val="666666"/>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hyperlink" Target="https://rstudio.com/resources/cheatshee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9" name="Shape 119"/>
        <p:cNvGrpSpPr/>
        <p:nvPr/>
      </p:nvGrpSpPr>
      <p:grpSpPr>
        <a:xfrm>
          <a:off x="0" y="0"/>
          <a:ext cx="0" cy="0"/>
          <a:chOff x="0" y="0"/>
          <a:chExt cx="0" cy="0"/>
        </a:xfrm>
      </p:grpSpPr>
      <p:pic>
        <p:nvPicPr>
          <p:cNvPr id="120" name="Google Shape;120;p22"/>
          <p:cNvPicPr preferRelativeResize="0"/>
          <p:nvPr/>
        </p:nvPicPr>
        <p:blipFill rotWithShape="1">
          <a:blip r:embed="rId3">
            <a:alphaModFix/>
          </a:blip>
          <a:srcRect b="11377" l="0" r="0" t="11384"/>
          <a:stretch/>
        </p:blipFill>
        <p:spPr>
          <a:xfrm>
            <a:off x="682425" y="933600"/>
            <a:ext cx="4418850" cy="3276450"/>
          </a:xfrm>
          <a:prstGeom prst="rect">
            <a:avLst/>
          </a:prstGeom>
          <a:noFill/>
          <a:ln>
            <a:noFill/>
          </a:ln>
        </p:spPr>
      </p:pic>
      <p:sp>
        <p:nvSpPr>
          <p:cNvPr id="121" name="Google Shape;121;p22"/>
          <p:cNvSpPr txBox="1"/>
          <p:nvPr>
            <p:ph type="ctrTitle"/>
          </p:nvPr>
        </p:nvSpPr>
        <p:spPr>
          <a:xfrm>
            <a:off x="5609550" y="808825"/>
            <a:ext cx="2713200" cy="228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Presentation Two: </a:t>
            </a:r>
            <a:endParaRPr/>
          </a:p>
          <a:p>
            <a:pPr indent="0" lvl="0" marL="0" rtl="0" algn="l">
              <a:spcBef>
                <a:spcPts val="0"/>
              </a:spcBef>
              <a:spcAft>
                <a:spcPts val="0"/>
              </a:spcAft>
              <a:buNone/>
            </a:pPr>
            <a:r>
              <a:rPr lang="en"/>
              <a:t>purrr package</a:t>
            </a:r>
            <a:endParaRPr/>
          </a:p>
        </p:txBody>
      </p:sp>
      <p:sp>
        <p:nvSpPr>
          <p:cNvPr id="122" name="Google Shape;122;p22"/>
          <p:cNvSpPr txBox="1"/>
          <p:nvPr>
            <p:ph idx="1" type="subTitle"/>
          </p:nvPr>
        </p:nvSpPr>
        <p:spPr>
          <a:xfrm>
            <a:off x="5609550" y="3469725"/>
            <a:ext cx="27132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Madison Roy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6" name="Shape 126"/>
        <p:cNvGrpSpPr/>
        <p:nvPr/>
      </p:nvGrpSpPr>
      <p:grpSpPr>
        <a:xfrm>
          <a:off x="0" y="0"/>
          <a:ext cx="0" cy="0"/>
          <a:chOff x="0" y="0"/>
          <a:chExt cx="0" cy="0"/>
        </a:xfrm>
      </p:grpSpPr>
      <p:pic>
        <p:nvPicPr>
          <p:cNvPr id="127" name="Google Shape;127;p23"/>
          <p:cNvPicPr preferRelativeResize="0"/>
          <p:nvPr/>
        </p:nvPicPr>
        <p:blipFill rotWithShape="1">
          <a:blip r:embed="rId3">
            <a:alphaModFix/>
          </a:blip>
          <a:srcRect b="0" l="12741" r="37390" t="0"/>
          <a:stretch/>
        </p:blipFill>
        <p:spPr>
          <a:xfrm>
            <a:off x="4127351" y="0"/>
            <a:ext cx="5528998" cy="5143507"/>
          </a:xfrm>
          <a:prstGeom prst="rect">
            <a:avLst/>
          </a:prstGeom>
          <a:noFill/>
          <a:ln>
            <a:noFill/>
          </a:ln>
        </p:spPr>
      </p:pic>
      <p:sp>
        <p:nvSpPr>
          <p:cNvPr id="128" name="Google Shape;128;p23"/>
          <p:cNvSpPr txBox="1"/>
          <p:nvPr>
            <p:ph type="title"/>
          </p:nvPr>
        </p:nvSpPr>
        <p:spPr>
          <a:xfrm>
            <a:off x="311700" y="633225"/>
            <a:ext cx="3127500" cy="79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FFFFFF"/>
                </a:solidFill>
              </a:rPr>
              <a:t>Overview</a:t>
            </a:r>
            <a:endParaRPr>
              <a:solidFill>
                <a:srgbClr val="FFFFFF"/>
              </a:solidFill>
            </a:endParaRPr>
          </a:p>
        </p:txBody>
      </p:sp>
      <p:sp>
        <p:nvSpPr>
          <p:cNvPr id="129" name="Google Shape;129;p23"/>
          <p:cNvSpPr txBox="1"/>
          <p:nvPr>
            <p:ph idx="1" type="body"/>
          </p:nvPr>
        </p:nvSpPr>
        <p:spPr>
          <a:xfrm>
            <a:off x="311700" y="1432425"/>
            <a:ext cx="3596100" cy="3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T</a:t>
            </a:r>
            <a:r>
              <a:rPr lang="en" sz="1400">
                <a:solidFill>
                  <a:srgbClr val="FFFFFF"/>
                </a:solidFill>
              </a:rPr>
              <a:t>his presentation will include:</a:t>
            </a:r>
            <a:endParaRPr sz="1400">
              <a:solidFill>
                <a:srgbClr val="FFFFFF"/>
              </a:solidFill>
            </a:endParaRPr>
          </a:p>
          <a:p>
            <a:pPr indent="-317500" lvl="0" marL="457200" rtl="0" algn="l">
              <a:spcBef>
                <a:spcPts val="1600"/>
              </a:spcBef>
              <a:spcAft>
                <a:spcPts val="0"/>
              </a:spcAft>
              <a:buClr>
                <a:srgbClr val="FFFFFF"/>
              </a:buClr>
              <a:buSzPts val="1400"/>
              <a:buChar char="●"/>
            </a:pPr>
            <a:r>
              <a:rPr lang="en" sz="1400">
                <a:solidFill>
                  <a:srgbClr val="FFFFFF"/>
                </a:solidFill>
              </a:rPr>
              <a:t>Introduction</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Why this package?</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Installation</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Useful purrr functions</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Reasons to implement</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Limitations</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Link to Cheat Sheet</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Conclusion</a:t>
            </a:r>
            <a:endParaRPr sz="14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07875" y="1444550"/>
            <a:ext cx="2024100" cy="297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135" name="Google Shape;135;p24"/>
          <p:cNvSpPr txBox="1"/>
          <p:nvPr>
            <p:ph idx="1" type="body"/>
          </p:nvPr>
        </p:nvSpPr>
        <p:spPr>
          <a:xfrm>
            <a:off x="2530550" y="1444550"/>
            <a:ext cx="6303300" cy="2615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As another brainchild from Hadley Wickham, this package is mostly geared towards data wrangling. </a:t>
            </a:r>
            <a:endParaRPr sz="1700"/>
          </a:p>
          <a:p>
            <a:pPr indent="-336550" lvl="0" marL="457200" rtl="0" algn="l">
              <a:spcBef>
                <a:spcPts val="0"/>
              </a:spcBef>
              <a:spcAft>
                <a:spcPts val="0"/>
              </a:spcAft>
              <a:buSzPts val="1700"/>
              <a:buChar char="●"/>
            </a:pPr>
            <a:r>
              <a:rPr lang="en" sz="1700"/>
              <a:t>This package enhances R’s functional programming toolkit by providing a complete and consistent set of tools for working with functions and vectors. </a:t>
            </a:r>
            <a:endParaRPr sz="1700"/>
          </a:p>
          <a:p>
            <a:pPr indent="-336550" lvl="0" marL="457200" rtl="0" algn="l">
              <a:spcBef>
                <a:spcPts val="0"/>
              </a:spcBef>
              <a:spcAft>
                <a:spcPts val="0"/>
              </a:spcAft>
              <a:buSzPts val="1700"/>
              <a:buChar char="●"/>
            </a:pPr>
            <a:r>
              <a:rPr lang="en" sz="1700"/>
              <a:t>Makes it easy to apply a function to each item in a list and return results in the format of our choice. </a:t>
            </a:r>
            <a:endParaRPr sz="1700"/>
          </a:p>
          <a:p>
            <a:pPr indent="-336550" lvl="0" marL="457200" rtl="0" algn="l">
              <a:spcBef>
                <a:spcPts val="0"/>
              </a:spcBef>
              <a:spcAft>
                <a:spcPts val="0"/>
              </a:spcAft>
              <a:buSzPts val="1700"/>
              <a:buChar char="●"/>
            </a:pPr>
            <a:r>
              <a:rPr lang="en" sz="1700"/>
              <a:t>More robust than plyr or base R.</a:t>
            </a:r>
            <a:endParaRPr sz="1700"/>
          </a:p>
          <a:p>
            <a:pPr indent="0" lvl="0" marL="0" rtl="0" algn="l">
              <a:spcBef>
                <a:spcPts val="1600"/>
              </a:spcBef>
              <a:spcAft>
                <a:spcPts val="1600"/>
              </a:spcAft>
              <a:buNone/>
            </a:pPr>
            <a:r>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this package?</a:t>
            </a:r>
            <a:endParaRPr/>
          </a:p>
        </p:txBody>
      </p:sp>
      <p:sp>
        <p:nvSpPr>
          <p:cNvPr id="141" name="Google Shape;141;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500"/>
              <a:t>If you are like me, you might be wondering why I chose to present on a package that one can only assume to be named after the sound a cat makes. Well, according to Forbes, data scientists spend about 60% of their time on data cleaning and organizing (which for some projects I think is low-balling it). So, I am hoping to add a few tricks to your tool kit to help make that 60% of your time spent on data wrangling just a little more </a:t>
            </a:r>
            <a:r>
              <a:rPr lang="en" sz="1500"/>
              <a:t>efficient</a:t>
            </a:r>
            <a:r>
              <a:rPr lang="en" sz="1500"/>
              <a:t>. </a:t>
            </a:r>
            <a:endParaRPr sz="1500"/>
          </a:p>
        </p:txBody>
      </p:sp>
      <p:pic>
        <p:nvPicPr>
          <p:cNvPr id="142" name="Google Shape;142;p25"/>
          <p:cNvPicPr preferRelativeResize="0"/>
          <p:nvPr/>
        </p:nvPicPr>
        <p:blipFill>
          <a:blip r:embed="rId3">
            <a:alphaModFix/>
          </a:blip>
          <a:stretch>
            <a:fillRect/>
          </a:stretch>
        </p:blipFill>
        <p:spPr>
          <a:xfrm>
            <a:off x="1906837" y="2702100"/>
            <a:ext cx="5330328" cy="2270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6" name="Shape 146"/>
        <p:cNvGrpSpPr/>
        <p:nvPr/>
      </p:nvGrpSpPr>
      <p:grpSpPr>
        <a:xfrm>
          <a:off x="0" y="0"/>
          <a:ext cx="0" cy="0"/>
          <a:chOff x="0" y="0"/>
          <a:chExt cx="0" cy="0"/>
        </a:xfrm>
      </p:grpSpPr>
      <p:pic>
        <p:nvPicPr>
          <p:cNvPr id="147" name="Google Shape;147;p26"/>
          <p:cNvPicPr preferRelativeResize="0"/>
          <p:nvPr/>
        </p:nvPicPr>
        <p:blipFill rotWithShape="1">
          <a:blip r:embed="rId3">
            <a:alphaModFix/>
          </a:blip>
          <a:srcRect b="0" l="6574" r="6574" t="0"/>
          <a:stretch/>
        </p:blipFill>
        <p:spPr>
          <a:xfrm>
            <a:off x="5442850" y="308100"/>
            <a:ext cx="3402002" cy="4521703"/>
          </a:xfrm>
          <a:prstGeom prst="rect">
            <a:avLst/>
          </a:prstGeom>
          <a:noFill/>
          <a:ln>
            <a:noFill/>
          </a:ln>
        </p:spPr>
      </p:pic>
      <p:sp>
        <p:nvSpPr>
          <p:cNvPr id="148" name="Google Shape;148;p26"/>
          <p:cNvSpPr txBox="1"/>
          <p:nvPr>
            <p:ph type="title"/>
          </p:nvPr>
        </p:nvSpPr>
        <p:spPr>
          <a:xfrm>
            <a:off x="291875" y="406900"/>
            <a:ext cx="4813500" cy="138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Installation</a:t>
            </a:r>
            <a:endParaRPr/>
          </a:p>
        </p:txBody>
      </p:sp>
      <p:sp>
        <p:nvSpPr>
          <p:cNvPr id="149" name="Google Shape;149;p26"/>
          <p:cNvSpPr txBox="1"/>
          <p:nvPr>
            <p:ph idx="1" type="body"/>
          </p:nvPr>
        </p:nvSpPr>
        <p:spPr>
          <a:xfrm>
            <a:off x="291975" y="1854951"/>
            <a:ext cx="4813500" cy="25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Just as all other packages we load into R we use the following commands:</a:t>
            </a:r>
            <a:endParaRPr/>
          </a:p>
          <a:p>
            <a:pPr indent="-330200" lvl="0" marL="457200" rtl="0" algn="l">
              <a:spcBef>
                <a:spcPts val="1600"/>
              </a:spcBef>
              <a:spcAft>
                <a:spcPts val="0"/>
              </a:spcAft>
              <a:buSzPts val="1600"/>
              <a:buChar char="●"/>
            </a:pPr>
            <a:r>
              <a:rPr lang="en"/>
              <a:t>install.packages(“purrr”)</a:t>
            </a:r>
            <a:endParaRPr/>
          </a:p>
          <a:p>
            <a:pPr indent="-330200" lvl="0" marL="457200" rtl="0" algn="l">
              <a:spcBef>
                <a:spcPts val="0"/>
              </a:spcBef>
              <a:spcAft>
                <a:spcPts val="0"/>
              </a:spcAft>
              <a:buSzPts val="1600"/>
              <a:buChar char="●"/>
            </a:pPr>
            <a:r>
              <a:rPr lang="en"/>
              <a:t>library(purr)</a:t>
            </a:r>
            <a:endParaRPr/>
          </a:p>
          <a:p>
            <a:pPr indent="0" lvl="0" marL="0" rtl="0" algn="l">
              <a:spcBef>
                <a:spcPts val="1600"/>
              </a:spcBef>
              <a:spcAft>
                <a:spcPts val="1600"/>
              </a:spcAft>
              <a:buNone/>
            </a:pPr>
            <a:r>
              <a:rPr lang="en"/>
              <a:t>Note: Because purrr is a data wrangling package from Hadley Wickham, it can also be installed as part of the tidyverse!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05500" y="477800"/>
            <a:ext cx="2668200" cy="418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Let’s get into some functions…</a:t>
            </a:r>
            <a:endParaRPr>
              <a:solidFill>
                <a:schemeClr val="lt2"/>
              </a:solidFill>
            </a:endParaRPr>
          </a:p>
        </p:txBody>
      </p:sp>
      <p:sp>
        <p:nvSpPr>
          <p:cNvPr id="155" name="Google Shape;155;p27"/>
          <p:cNvSpPr txBox="1"/>
          <p:nvPr>
            <p:ph idx="1" type="body"/>
          </p:nvPr>
        </p:nvSpPr>
        <p:spPr>
          <a:xfrm>
            <a:off x="3237900" y="751250"/>
            <a:ext cx="2668200" cy="390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‘map’ function applies a function iteratively to each element of a list or vector. It requires two arguments:</a:t>
            </a:r>
            <a:endParaRPr/>
          </a:p>
          <a:p>
            <a:pPr indent="0" lvl="0" marL="0" rtl="0" algn="l">
              <a:lnSpc>
                <a:spcPct val="100000"/>
              </a:lnSpc>
              <a:spcBef>
                <a:spcPts val="1600"/>
              </a:spcBef>
              <a:spcAft>
                <a:spcPts val="0"/>
              </a:spcAft>
              <a:buNone/>
            </a:pPr>
            <a:r>
              <a:rPr lang="en"/>
              <a:t>.x=list or vector</a:t>
            </a:r>
            <a:endParaRPr/>
          </a:p>
          <a:p>
            <a:pPr indent="0" lvl="0" marL="0" rtl="0" algn="l">
              <a:lnSpc>
                <a:spcPct val="100000"/>
              </a:lnSpc>
              <a:spcBef>
                <a:spcPts val="0"/>
              </a:spcBef>
              <a:spcAft>
                <a:spcPts val="0"/>
              </a:spcAft>
              <a:buNone/>
            </a:pPr>
            <a:r>
              <a:rPr lang="en"/>
              <a:t>.f=function to apply to each element</a:t>
            </a:r>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rPr lang="en"/>
              <a:t>Examples:</a:t>
            </a:r>
            <a:endParaRPr/>
          </a:p>
          <a:p>
            <a:pPr indent="-317500" lvl="0" marL="457200" rtl="0" algn="l">
              <a:spcBef>
                <a:spcPts val="1600"/>
              </a:spcBef>
              <a:spcAft>
                <a:spcPts val="0"/>
              </a:spcAft>
              <a:buSzPts val="1400"/>
              <a:buChar char="●"/>
            </a:pPr>
            <a:r>
              <a:rPr lang="en"/>
              <a:t>map(x, is.logical)</a:t>
            </a:r>
            <a:endParaRPr/>
          </a:p>
          <a:p>
            <a:pPr indent="-317500" lvl="0" marL="457200" rtl="0" algn="l">
              <a:spcBef>
                <a:spcPts val="0"/>
              </a:spcBef>
              <a:spcAft>
                <a:spcPts val="0"/>
              </a:spcAft>
              <a:buSzPts val="1400"/>
              <a:buChar char="●"/>
            </a:pPr>
            <a:r>
              <a:rPr lang="en"/>
              <a:t>map(x, is.na)</a:t>
            </a:r>
            <a:endParaRPr/>
          </a:p>
        </p:txBody>
      </p:sp>
      <p:sp>
        <p:nvSpPr>
          <p:cNvPr id="156" name="Google Shape;156;p27"/>
          <p:cNvSpPr txBox="1"/>
          <p:nvPr>
            <p:ph idx="2" type="body"/>
          </p:nvPr>
        </p:nvSpPr>
        <p:spPr>
          <a:xfrm>
            <a:off x="6170300" y="751250"/>
            <a:ext cx="2668200" cy="390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Additionally, </a:t>
            </a:r>
            <a:r>
              <a:rPr lang="en"/>
              <a:t>map2 allows us to apply functions to pairs of elements from two lists.</a:t>
            </a:r>
            <a:endParaRPr/>
          </a:p>
          <a:p>
            <a:pPr indent="0" lvl="0" marL="0" rtl="0" algn="l">
              <a:spcBef>
                <a:spcPts val="1600"/>
              </a:spcBef>
              <a:spcAft>
                <a:spcPts val="0"/>
              </a:spcAft>
              <a:buNone/>
            </a:pPr>
            <a:r>
              <a:rPr lang="en"/>
              <a:t>Examples:</a:t>
            </a:r>
            <a:endParaRPr/>
          </a:p>
          <a:p>
            <a:pPr indent="-317500" lvl="0" marL="457200" rtl="0" algn="l">
              <a:lnSpc>
                <a:spcPct val="100000"/>
              </a:lnSpc>
              <a:spcBef>
                <a:spcPts val="1600"/>
              </a:spcBef>
              <a:spcAft>
                <a:spcPts val="0"/>
              </a:spcAft>
              <a:buSzPts val="1400"/>
              <a:buChar char="●"/>
            </a:pPr>
            <a:r>
              <a:rPr lang="en"/>
              <a:t>map(x,y, sum)</a:t>
            </a:r>
            <a:endParaRPr/>
          </a:p>
          <a:p>
            <a:pPr indent="-317500" lvl="0" marL="457200" rtl="0" algn="l">
              <a:lnSpc>
                <a:spcPct val="100000"/>
              </a:lnSpc>
              <a:spcBef>
                <a:spcPts val="0"/>
              </a:spcBef>
              <a:spcAft>
                <a:spcPts val="0"/>
              </a:spcAft>
              <a:buSzPts val="1400"/>
              <a:buChar char="●"/>
            </a:pPr>
            <a:r>
              <a:rPr lang="en"/>
              <a:t>map(x, y, mean)</a:t>
            </a:r>
            <a:endParaRPr/>
          </a:p>
          <a:p>
            <a:pPr indent="-317500" lvl="0" marL="457200" rtl="0" algn="l">
              <a:lnSpc>
                <a:spcPct val="100000"/>
              </a:lnSpc>
              <a:spcBef>
                <a:spcPts val="0"/>
              </a:spcBef>
              <a:spcAft>
                <a:spcPts val="0"/>
              </a:spcAft>
              <a:buSzPts val="1400"/>
              <a:buChar char="●"/>
            </a:pPr>
            <a:r>
              <a:rPr lang="en"/>
              <a:t>map(x, y, std)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0" name="Shape 160"/>
        <p:cNvGrpSpPr/>
        <p:nvPr/>
      </p:nvGrpSpPr>
      <p:grpSpPr>
        <a:xfrm>
          <a:off x="0" y="0"/>
          <a:ext cx="0" cy="0"/>
          <a:chOff x="0" y="0"/>
          <a:chExt cx="0" cy="0"/>
        </a:xfrm>
      </p:grpSpPr>
      <p:sp>
        <p:nvSpPr>
          <p:cNvPr id="161" name="Google Shape;161;p28"/>
          <p:cNvSpPr txBox="1"/>
          <p:nvPr>
            <p:ph idx="1" type="body"/>
          </p:nvPr>
        </p:nvSpPr>
        <p:spPr>
          <a:xfrm>
            <a:off x="311700" y="321475"/>
            <a:ext cx="8520600" cy="424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default, map and map2 return lists. However, users can use a suffixed version to return results as a specific type of vector instead.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Base R functions lapply, sapply, and mapply will only return lists, so this is an added capability of the purrr package. </a:t>
            </a:r>
            <a:endParaRPr/>
          </a:p>
        </p:txBody>
      </p:sp>
      <p:pic>
        <p:nvPicPr>
          <p:cNvPr id="162" name="Google Shape;162;p28"/>
          <p:cNvPicPr preferRelativeResize="0"/>
          <p:nvPr/>
        </p:nvPicPr>
        <p:blipFill>
          <a:blip r:embed="rId3">
            <a:alphaModFix/>
          </a:blip>
          <a:stretch>
            <a:fillRect/>
          </a:stretch>
        </p:blipFill>
        <p:spPr>
          <a:xfrm>
            <a:off x="2676100" y="1057263"/>
            <a:ext cx="3791775" cy="2574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Filtering Lists</a:t>
            </a:r>
            <a:endParaRPr/>
          </a:p>
        </p:txBody>
      </p:sp>
      <p:sp>
        <p:nvSpPr>
          <p:cNvPr id="168" name="Google Shape;168;p29"/>
          <p:cNvSpPr txBox="1"/>
          <p:nvPr>
            <p:ph idx="1" type="body"/>
          </p:nvPr>
        </p:nvSpPr>
        <p:spPr>
          <a:xfrm>
            <a:off x="311700" y="1017725"/>
            <a:ext cx="8214000" cy="390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‘pluck’ function selects an element by name or index</a:t>
            </a:r>
            <a:endParaRPr/>
          </a:p>
          <a:p>
            <a:pPr indent="-317500" lvl="1" marL="914400" rtl="0" algn="l">
              <a:spcBef>
                <a:spcPts val="0"/>
              </a:spcBef>
              <a:spcAft>
                <a:spcPts val="0"/>
              </a:spcAft>
              <a:buSzPts val="1400"/>
              <a:buChar char="○"/>
            </a:pPr>
            <a:r>
              <a:rPr lang="en"/>
              <a:t>pluck(x, “b”) will return element ‘b’</a:t>
            </a:r>
            <a:endParaRPr/>
          </a:p>
          <a:p>
            <a:pPr indent="-342900" lvl="0" marL="457200" rtl="0" algn="l">
              <a:spcBef>
                <a:spcPts val="0"/>
              </a:spcBef>
              <a:spcAft>
                <a:spcPts val="0"/>
              </a:spcAft>
              <a:buSzPts val="1800"/>
              <a:buChar char="●"/>
            </a:pPr>
            <a:r>
              <a:rPr lang="en"/>
              <a:t>The ‘keep’ function selects elements that pass a logical test</a:t>
            </a:r>
            <a:endParaRPr/>
          </a:p>
          <a:p>
            <a:pPr indent="-317500" lvl="1" marL="914400" rtl="0" algn="l">
              <a:spcBef>
                <a:spcPts val="0"/>
              </a:spcBef>
              <a:spcAft>
                <a:spcPts val="0"/>
              </a:spcAft>
              <a:buSzPts val="1400"/>
              <a:buChar char="○"/>
            </a:pPr>
            <a:r>
              <a:rPr lang="en"/>
              <a:t>keep(x, is.na)</a:t>
            </a:r>
            <a:endParaRPr/>
          </a:p>
          <a:p>
            <a:pPr indent="-317500" lvl="1" marL="914400" rtl="0" algn="l">
              <a:spcBef>
                <a:spcPts val="0"/>
              </a:spcBef>
              <a:spcAft>
                <a:spcPts val="0"/>
              </a:spcAft>
              <a:buSzPts val="1400"/>
              <a:buChar char="○"/>
            </a:pPr>
            <a:r>
              <a:rPr lang="en"/>
              <a:t>Alternative method is to evaluate the list first and then have to write another line to grab just the ‘true’ indices.</a:t>
            </a:r>
            <a:endParaRPr/>
          </a:p>
          <a:p>
            <a:pPr indent="-342900" lvl="0" marL="457200" rtl="0" algn="l">
              <a:spcBef>
                <a:spcPts val="0"/>
              </a:spcBef>
              <a:spcAft>
                <a:spcPts val="0"/>
              </a:spcAft>
              <a:buSzPts val="1800"/>
              <a:buChar char="●"/>
            </a:pPr>
            <a:r>
              <a:rPr lang="en"/>
              <a:t>The ‘discard’ function selects elements that do not pass a logical test</a:t>
            </a:r>
            <a:endParaRPr/>
          </a:p>
          <a:p>
            <a:pPr indent="-317500" lvl="1" marL="914400" rtl="0" algn="l">
              <a:spcBef>
                <a:spcPts val="0"/>
              </a:spcBef>
              <a:spcAft>
                <a:spcPts val="0"/>
              </a:spcAft>
              <a:buSzPts val="1400"/>
              <a:buChar char="○"/>
            </a:pPr>
            <a:r>
              <a:rPr lang="en"/>
              <a:t>discard(x, is.na)</a:t>
            </a:r>
            <a:endParaRPr/>
          </a:p>
          <a:p>
            <a:pPr indent="-317500" lvl="1" marL="914400" rtl="0" algn="l">
              <a:spcBef>
                <a:spcPts val="0"/>
              </a:spcBef>
              <a:spcAft>
                <a:spcPts val="0"/>
              </a:spcAft>
              <a:buSzPts val="1400"/>
              <a:buChar char="○"/>
            </a:pPr>
            <a:r>
              <a:rPr lang="en"/>
              <a:t>Alternative method is to evaluate the list first and then have to write another line to grab just the ‘false’ indices.</a:t>
            </a:r>
            <a:endParaRPr/>
          </a:p>
          <a:p>
            <a:pPr indent="-342900" lvl="0" marL="457200" rtl="0" algn="l">
              <a:spcBef>
                <a:spcPts val="0"/>
              </a:spcBef>
              <a:spcAft>
                <a:spcPts val="0"/>
              </a:spcAft>
              <a:buSzPts val="1800"/>
              <a:buChar char="●"/>
            </a:pPr>
            <a:r>
              <a:rPr lang="en"/>
              <a:t>The compact function drops empty elements</a:t>
            </a:r>
            <a:endParaRPr/>
          </a:p>
          <a:p>
            <a:pPr indent="-317500" lvl="1" marL="914400" rtl="0" algn="l">
              <a:spcBef>
                <a:spcPts val="0"/>
              </a:spcBef>
              <a:spcAft>
                <a:spcPts val="0"/>
              </a:spcAft>
              <a:buSzPts val="1400"/>
              <a:buChar char="○"/>
            </a:pPr>
            <a:r>
              <a:rPr lang="en"/>
              <a:t>compact(x)</a:t>
            </a:r>
            <a:endParaRPr/>
          </a:p>
          <a:p>
            <a:pPr indent="0" lvl="0" marL="0" rtl="0" algn="l">
              <a:spcBef>
                <a:spcPts val="1600"/>
              </a:spcBef>
              <a:spcAft>
                <a:spcPts val="1600"/>
              </a:spcAft>
              <a:buNone/>
            </a:pPr>
            <a:r>
              <a:rPr lang="en" sz="1200"/>
              <a:t>Note: The package also contains numerous functions to summarise lists, however I believe that many of those functions are redundant to other methods in base R or that we have already discussed in this course. </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08775" y="770525"/>
            <a:ext cx="2866800" cy="375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Transforming Lists </a:t>
            </a:r>
            <a:endParaRPr/>
          </a:p>
        </p:txBody>
      </p:sp>
      <p:sp>
        <p:nvSpPr>
          <p:cNvPr id="174" name="Google Shape;174;p30"/>
          <p:cNvSpPr txBox="1"/>
          <p:nvPr>
            <p:ph idx="1" type="body"/>
          </p:nvPr>
        </p:nvSpPr>
        <p:spPr>
          <a:xfrm>
            <a:off x="4022850" y="770525"/>
            <a:ext cx="4919400" cy="381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‘modify’ functions, like map, apply a function to each element. However users can add criteria to filter for just certain observations. </a:t>
            </a:r>
            <a:endParaRPr/>
          </a:p>
          <a:p>
            <a:pPr indent="-317500" lvl="0" marL="457200" rtl="0" algn="l">
              <a:spcBef>
                <a:spcPts val="1600"/>
              </a:spcBef>
              <a:spcAft>
                <a:spcPts val="0"/>
              </a:spcAft>
              <a:buSzPts val="1400"/>
              <a:buChar char="●"/>
            </a:pPr>
            <a:r>
              <a:rPr lang="en"/>
              <a:t>modify_at(.x, .at, .f): Applies function to elements by name or index.</a:t>
            </a:r>
            <a:endParaRPr/>
          </a:p>
          <a:p>
            <a:pPr indent="-304800" lvl="1" marL="914400" rtl="0" algn="l">
              <a:spcBef>
                <a:spcPts val="0"/>
              </a:spcBef>
              <a:spcAft>
                <a:spcPts val="0"/>
              </a:spcAft>
              <a:buSzPts val="1200"/>
              <a:buChar char="○"/>
            </a:pPr>
            <a:r>
              <a:rPr lang="en"/>
              <a:t>Ex: modify_at(x, “b”, ~.+2)</a:t>
            </a:r>
            <a:endParaRPr/>
          </a:p>
          <a:p>
            <a:pPr indent="-317500" lvl="0" marL="457200" rtl="0" algn="l">
              <a:spcBef>
                <a:spcPts val="0"/>
              </a:spcBef>
              <a:spcAft>
                <a:spcPts val="0"/>
              </a:spcAft>
              <a:buSzPts val="1400"/>
              <a:buChar char="●"/>
            </a:pPr>
            <a:r>
              <a:rPr lang="en"/>
              <a:t>modify_if(.x, .p, .f): Applies function to elements that pass a test.</a:t>
            </a:r>
            <a:endParaRPr/>
          </a:p>
          <a:p>
            <a:pPr indent="-304800" lvl="1" marL="914400" rtl="0" algn="l">
              <a:spcBef>
                <a:spcPts val="0"/>
              </a:spcBef>
              <a:spcAft>
                <a:spcPts val="0"/>
              </a:spcAft>
              <a:buSzPts val="1200"/>
              <a:buChar char="○"/>
            </a:pPr>
            <a:r>
              <a:rPr lang="en"/>
              <a:t>Ex: modify_if(x, is.numeric, ~.+2)</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Note: the ~. syntax takes the place of function(). More succinct coding.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08775" y="770525"/>
            <a:ext cx="2866800" cy="375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Transforming Lists</a:t>
            </a:r>
            <a:endParaRPr/>
          </a:p>
          <a:p>
            <a:pPr indent="0" lvl="0" marL="0" rtl="0" algn="l">
              <a:spcBef>
                <a:spcPts val="0"/>
              </a:spcBef>
              <a:spcAft>
                <a:spcPts val="0"/>
              </a:spcAft>
              <a:buNone/>
            </a:pPr>
            <a:r>
              <a:rPr i="1" lang="en"/>
              <a:t>continued...</a:t>
            </a:r>
            <a:endParaRPr i="1"/>
          </a:p>
        </p:txBody>
      </p:sp>
      <p:sp>
        <p:nvSpPr>
          <p:cNvPr id="180" name="Google Shape;180;p31"/>
          <p:cNvSpPr txBox="1"/>
          <p:nvPr>
            <p:ph idx="1" type="body"/>
          </p:nvPr>
        </p:nvSpPr>
        <p:spPr>
          <a:xfrm>
            <a:off x="4022850" y="770525"/>
            <a:ext cx="4919400" cy="381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purrr functions that change the shape of lists include:</a:t>
            </a:r>
            <a:endParaRPr/>
          </a:p>
          <a:p>
            <a:pPr indent="-317500" lvl="0" marL="457200" rtl="0" algn="l">
              <a:spcBef>
                <a:spcPts val="1600"/>
              </a:spcBef>
              <a:spcAft>
                <a:spcPts val="0"/>
              </a:spcAft>
              <a:buSzPts val="1400"/>
              <a:buChar char="●"/>
            </a:pPr>
            <a:r>
              <a:rPr lang="en"/>
              <a:t>flatten(): Removes a level of indexes from a lists. Just as with map(), users can specify the return type object. </a:t>
            </a:r>
            <a:endParaRPr/>
          </a:p>
          <a:p>
            <a:pPr indent="-317500" lvl="0" marL="457200" rtl="0" algn="l">
              <a:spcBef>
                <a:spcPts val="1000"/>
              </a:spcBef>
              <a:spcAft>
                <a:spcPts val="0"/>
              </a:spcAft>
              <a:buSzPts val="1400"/>
              <a:buChar char="●"/>
            </a:pPr>
            <a:r>
              <a:rPr lang="en"/>
              <a:t>transpose():Transposes the index order in a multi-level list. </a:t>
            </a:r>
            <a:endParaRPr/>
          </a:p>
          <a:p>
            <a:pPr indent="-317500" lvl="0" marL="457200" rtl="0" algn="l">
              <a:spcBef>
                <a:spcPts val="1000"/>
              </a:spcBef>
              <a:spcAft>
                <a:spcPts val="0"/>
              </a:spcAft>
              <a:buSzPts val="1400"/>
              <a:buChar char="●"/>
            </a:pPr>
            <a:r>
              <a:rPr lang="en"/>
              <a:t>append(): Add to end of list.</a:t>
            </a:r>
            <a:endParaRPr/>
          </a:p>
          <a:p>
            <a:pPr indent="-317500" lvl="0" marL="457200" rtl="0" algn="l">
              <a:spcBef>
                <a:spcPts val="1000"/>
              </a:spcBef>
              <a:spcAft>
                <a:spcPts val="0"/>
              </a:spcAft>
              <a:buSzPts val="1400"/>
              <a:buChar char="●"/>
            </a:pPr>
            <a:r>
              <a:rPr lang="en"/>
              <a:t>preappend(): Add the start of a list.</a:t>
            </a:r>
            <a:endParaRPr/>
          </a:p>
          <a:p>
            <a:pPr indent="-317500" lvl="0" marL="457200" rtl="0" algn="l">
              <a:spcBef>
                <a:spcPts val="1000"/>
              </a:spcBef>
              <a:spcAft>
                <a:spcPts val="1000"/>
              </a:spcAft>
              <a:buSzPts val="1400"/>
              <a:buChar char="●"/>
            </a:pPr>
            <a:r>
              <a:rPr lang="en"/>
              <a:t>splice(): Combine objects into a list, storing S3 objects as sub-lists.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Reducing Lists</a:t>
            </a:r>
            <a:endParaRPr/>
          </a:p>
        </p:txBody>
      </p:sp>
      <p:sp>
        <p:nvSpPr>
          <p:cNvPr id="186" name="Google Shape;186;p32"/>
          <p:cNvSpPr txBox="1"/>
          <p:nvPr>
            <p:ph idx="1" type="body"/>
          </p:nvPr>
        </p:nvSpPr>
        <p:spPr>
          <a:xfrm>
            <a:off x="311700" y="1152475"/>
            <a:ext cx="4302000" cy="3223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3F3F3"/>
              </a:buClr>
              <a:buSzPts val="1400"/>
              <a:buChar char="●"/>
            </a:pPr>
            <a:r>
              <a:rPr lang="en" sz="1400">
                <a:solidFill>
                  <a:srgbClr val="F3F3F3"/>
                </a:solidFill>
              </a:rPr>
              <a:t>reduce(): applies a function recursively to each element of a list or vector. </a:t>
            </a:r>
            <a:endParaRPr sz="1400">
              <a:solidFill>
                <a:srgbClr val="F3F3F3"/>
              </a:solidFill>
            </a:endParaRPr>
          </a:p>
          <a:p>
            <a:pPr indent="-304800" lvl="1" marL="914400" rtl="0" algn="l">
              <a:spcBef>
                <a:spcPts val="0"/>
              </a:spcBef>
              <a:spcAft>
                <a:spcPts val="0"/>
              </a:spcAft>
              <a:buClr>
                <a:srgbClr val="F3F3F3"/>
              </a:buClr>
              <a:buSzPts val="1200"/>
              <a:buChar char="○"/>
            </a:pPr>
            <a:r>
              <a:rPr lang="en" sz="1200">
                <a:solidFill>
                  <a:srgbClr val="F3F3F3"/>
                </a:solidFill>
              </a:rPr>
              <a:t>Ex: reduce(x, sum)</a:t>
            </a:r>
            <a:endParaRPr sz="1200">
              <a:solidFill>
                <a:srgbClr val="F3F3F3"/>
              </a:solidFill>
            </a:endParaRPr>
          </a:p>
          <a:p>
            <a:pPr indent="-304800" lvl="1" marL="914400" rtl="0" algn="l">
              <a:spcBef>
                <a:spcPts val="0"/>
              </a:spcBef>
              <a:spcAft>
                <a:spcPts val="0"/>
              </a:spcAft>
              <a:buClr>
                <a:srgbClr val="F3F3F3"/>
              </a:buClr>
              <a:buSzPts val="1200"/>
              <a:buChar char="○"/>
            </a:pPr>
            <a:r>
              <a:rPr lang="en" sz="1200">
                <a:solidFill>
                  <a:srgbClr val="F3F3F3"/>
                </a:solidFill>
              </a:rPr>
              <a:t>No more loops!</a:t>
            </a:r>
            <a:endParaRPr sz="1200">
              <a:solidFill>
                <a:srgbClr val="F3F3F3"/>
              </a:solidFill>
            </a:endParaRPr>
          </a:p>
          <a:p>
            <a:pPr indent="0" lvl="0" marL="0" rtl="0" algn="l">
              <a:spcBef>
                <a:spcPts val="1600"/>
              </a:spcBef>
              <a:spcAft>
                <a:spcPts val="1600"/>
              </a:spcAft>
              <a:buNone/>
            </a:pPr>
            <a:r>
              <a:t/>
            </a:r>
            <a:endParaRPr/>
          </a:p>
        </p:txBody>
      </p:sp>
      <p:sp>
        <p:nvSpPr>
          <p:cNvPr id="187" name="Google Shape;187;p32"/>
          <p:cNvSpPr txBox="1"/>
          <p:nvPr>
            <p:ph idx="2" type="body"/>
          </p:nvPr>
        </p:nvSpPr>
        <p:spPr>
          <a:xfrm>
            <a:off x="4719123" y="1152475"/>
            <a:ext cx="4302000" cy="3223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3F3F3"/>
              </a:buClr>
              <a:buSzPts val="1400"/>
              <a:buChar char="●"/>
            </a:pPr>
            <a:r>
              <a:rPr lang="en" sz="1400">
                <a:solidFill>
                  <a:srgbClr val="F3F3F3"/>
                </a:solidFill>
              </a:rPr>
              <a:t>accumulate(): reduces, but also return intermediate results. Can be extended to two vectors with accumulate2.</a:t>
            </a:r>
            <a:endParaRPr sz="1400">
              <a:solidFill>
                <a:srgbClr val="F3F3F3"/>
              </a:solidFill>
            </a:endParaRPr>
          </a:p>
          <a:p>
            <a:pPr indent="-304800" lvl="1" marL="914400" rtl="0" algn="l">
              <a:spcBef>
                <a:spcPts val="0"/>
              </a:spcBef>
              <a:spcAft>
                <a:spcPts val="0"/>
              </a:spcAft>
              <a:buClr>
                <a:srgbClr val="F3F3F3"/>
              </a:buClr>
              <a:buSzPts val="1200"/>
              <a:buChar char="○"/>
            </a:pPr>
            <a:r>
              <a:rPr lang="en" sz="1200">
                <a:solidFill>
                  <a:srgbClr val="F3F3F3"/>
                </a:solidFill>
              </a:rPr>
              <a:t>accumulate(x, sum)</a:t>
            </a:r>
            <a:endParaRPr sz="1200">
              <a:solidFill>
                <a:srgbClr val="F3F3F3"/>
              </a:solidFill>
            </a:endParaRPr>
          </a:p>
          <a:p>
            <a:pPr indent="-304800" lvl="1" marL="914400" rtl="0" algn="l">
              <a:spcBef>
                <a:spcPts val="0"/>
              </a:spcBef>
              <a:spcAft>
                <a:spcPts val="0"/>
              </a:spcAft>
              <a:buClr>
                <a:srgbClr val="F3F3F3"/>
              </a:buClr>
              <a:buSzPts val="1200"/>
              <a:buChar char="○"/>
            </a:pPr>
            <a:r>
              <a:rPr lang="en" sz="1200">
                <a:solidFill>
                  <a:srgbClr val="F3F3F3"/>
                </a:solidFill>
              </a:rPr>
              <a:t>Still no more loops!</a:t>
            </a:r>
            <a:endParaRPr sz="1200">
              <a:solidFill>
                <a:srgbClr val="F3F3F3"/>
              </a:solidFill>
            </a:endParaRPr>
          </a:p>
          <a:p>
            <a:pPr indent="0" lvl="0" marL="0" rtl="0" algn="l">
              <a:spcBef>
                <a:spcPts val="1600"/>
              </a:spcBef>
              <a:spcAft>
                <a:spcPts val="0"/>
              </a:spcAft>
              <a:buClr>
                <a:schemeClr val="dk1"/>
              </a:buClr>
              <a:buSzPts val="1100"/>
              <a:buFont typeface="Arial"/>
              <a:buNone/>
            </a:pPr>
            <a:r>
              <a:t/>
            </a:r>
            <a:endParaRPr sz="1400">
              <a:solidFill>
                <a:srgbClr val="F3F3F3"/>
              </a:solidFill>
            </a:endParaRPr>
          </a:p>
          <a:p>
            <a:pPr indent="0" lvl="0" marL="0" rtl="0" algn="l">
              <a:spcBef>
                <a:spcPts val="1600"/>
              </a:spcBef>
              <a:spcAft>
                <a:spcPts val="1600"/>
              </a:spcAft>
              <a:buNone/>
            </a:pPr>
            <a:r>
              <a:t/>
            </a:r>
            <a:endParaRPr>
              <a:solidFill>
                <a:srgbClr val="F3F3F3"/>
              </a:solidFill>
            </a:endParaRPr>
          </a:p>
        </p:txBody>
      </p:sp>
      <p:pic>
        <p:nvPicPr>
          <p:cNvPr id="188" name="Google Shape;188;p32"/>
          <p:cNvPicPr preferRelativeResize="0"/>
          <p:nvPr/>
        </p:nvPicPr>
        <p:blipFill>
          <a:blip r:embed="rId3">
            <a:alphaModFix/>
          </a:blip>
          <a:stretch>
            <a:fillRect/>
          </a:stretch>
        </p:blipFill>
        <p:spPr>
          <a:xfrm>
            <a:off x="579563" y="2529450"/>
            <a:ext cx="3324225" cy="1371600"/>
          </a:xfrm>
          <a:prstGeom prst="rect">
            <a:avLst/>
          </a:prstGeom>
          <a:noFill/>
          <a:ln>
            <a:noFill/>
          </a:ln>
        </p:spPr>
      </p:pic>
      <p:pic>
        <p:nvPicPr>
          <p:cNvPr id="189" name="Google Shape;189;p32"/>
          <p:cNvPicPr preferRelativeResize="0"/>
          <p:nvPr/>
        </p:nvPicPr>
        <p:blipFill>
          <a:blip r:embed="rId4">
            <a:alphaModFix/>
          </a:blip>
          <a:stretch>
            <a:fillRect/>
          </a:stretch>
        </p:blipFill>
        <p:spPr>
          <a:xfrm>
            <a:off x="4893625" y="2529452"/>
            <a:ext cx="3866400" cy="1371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Reasons to Implement</a:t>
            </a:r>
            <a:endParaRPr/>
          </a:p>
        </p:txBody>
      </p:sp>
      <p:sp>
        <p:nvSpPr>
          <p:cNvPr id="195" name="Google Shape;195;p33"/>
          <p:cNvSpPr txBox="1"/>
          <p:nvPr>
            <p:ph idx="1" type="body"/>
          </p:nvPr>
        </p:nvSpPr>
        <p:spPr>
          <a:xfrm>
            <a:off x="311700" y="1152475"/>
            <a:ext cx="8334600" cy="322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There are many positive aspects to this package such as:</a:t>
            </a:r>
            <a:endParaRPr sz="1800"/>
          </a:p>
          <a:p>
            <a:pPr indent="-342900" lvl="0" marL="457200" rtl="0" algn="l">
              <a:spcBef>
                <a:spcPts val="1600"/>
              </a:spcBef>
              <a:spcAft>
                <a:spcPts val="0"/>
              </a:spcAft>
              <a:buSzPts val="1800"/>
              <a:buChar char="●"/>
            </a:pPr>
            <a:r>
              <a:rPr lang="en" sz="1800"/>
              <a:t>M</a:t>
            </a:r>
            <a:r>
              <a:rPr lang="en" sz="1800"/>
              <a:t>ore standardized than base R’s apply functions</a:t>
            </a:r>
            <a:endParaRPr sz="1800"/>
          </a:p>
          <a:p>
            <a:pPr indent="-342900" lvl="0" marL="457200" rtl="0" algn="l">
              <a:spcBef>
                <a:spcPts val="0"/>
              </a:spcBef>
              <a:spcAft>
                <a:spcPts val="0"/>
              </a:spcAft>
              <a:buSzPts val="1800"/>
              <a:buChar char="●"/>
            </a:pPr>
            <a:r>
              <a:rPr lang="en" sz="1800"/>
              <a:t>User can specify type of returned object  </a:t>
            </a:r>
            <a:endParaRPr sz="1800"/>
          </a:p>
          <a:p>
            <a:pPr indent="-342900" lvl="0" marL="457200" rtl="0" algn="l">
              <a:spcBef>
                <a:spcPts val="0"/>
              </a:spcBef>
              <a:spcAft>
                <a:spcPts val="0"/>
              </a:spcAft>
              <a:buSzPts val="1800"/>
              <a:buChar char="●"/>
            </a:pPr>
            <a:r>
              <a:rPr lang="en" sz="1800"/>
              <a:t>More efficient to run</a:t>
            </a:r>
            <a:endParaRPr sz="1800"/>
          </a:p>
          <a:p>
            <a:pPr indent="-342900" lvl="0" marL="457200" rtl="0" algn="l">
              <a:spcBef>
                <a:spcPts val="0"/>
              </a:spcBef>
              <a:spcAft>
                <a:spcPts val="0"/>
              </a:spcAft>
              <a:buSzPts val="1800"/>
              <a:buChar char="●"/>
            </a:pPr>
            <a:r>
              <a:rPr lang="en" sz="1800"/>
              <a:t>Condenses multiple lines of code into a single command</a:t>
            </a:r>
            <a:endParaRPr sz="1800"/>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a:t>
            </a:r>
            <a:endParaRPr/>
          </a:p>
        </p:txBody>
      </p:sp>
      <p:sp>
        <p:nvSpPr>
          <p:cNvPr id="201" name="Google Shape;201;p34"/>
          <p:cNvSpPr txBox="1"/>
          <p:nvPr>
            <p:ph idx="1" type="body"/>
          </p:nvPr>
        </p:nvSpPr>
        <p:spPr>
          <a:xfrm>
            <a:off x="311700" y="1152475"/>
            <a:ext cx="8520600" cy="322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rPr>
              <a:t>The biggest limitation of this package, like others as a part of the tidyverse, is that the data need to be in a rectangular structure. </a:t>
            </a:r>
            <a:endParaRPr>
              <a:solidFill>
                <a:schemeClr val="lt1"/>
              </a:solidFill>
            </a:endParaRPr>
          </a:p>
          <a:p>
            <a:pPr indent="0" lvl="0" marL="0" rtl="0" algn="l">
              <a:spcBef>
                <a:spcPts val="1600"/>
              </a:spcBef>
              <a:spcAft>
                <a:spcPts val="1600"/>
              </a:spcAft>
              <a:buClr>
                <a:schemeClr val="dk1"/>
              </a:buClr>
              <a:buSzPts val="1100"/>
              <a:buFont typeface="Arial"/>
              <a:buNone/>
            </a:pPr>
            <a:r>
              <a:rPr lang="en">
                <a:solidFill>
                  <a:schemeClr val="lt1"/>
                </a:solidFill>
              </a:rPr>
              <a:t>The other limitation of the package is that it is simply not commonly used. So in cases such as ours, we may already have another way to get the same results, though it may not be the quickest way of doing so.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5" name="Shape 205"/>
        <p:cNvGrpSpPr/>
        <p:nvPr/>
      </p:nvGrpSpPr>
      <p:grpSpPr>
        <a:xfrm>
          <a:off x="0" y="0"/>
          <a:ext cx="0" cy="0"/>
          <a:chOff x="0" y="0"/>
          <a:chExt cx="0" cy="0"/>
        </a:xfrm>
      </p:grpSpPr>
      <p:pic>
        <p:nvPicPr>
          <p:cNvPr id="206" name="Google Shape;206;p35"/>
          <p:cNvPicPr preferRelativeResize="0"/>
          <p:nvPr/>
        </p:nvPicPr>
        <p:blipFill rotWithShape="1">
          <a:blip r:embed="rId3">
            <a:alphaModFix/>
          </a:blip>
          <a:srcRect b="13598" l="0" r="0" t="13605"/>
          <a:stretch/>
        </p:blipFill>
        <p:spPr>
          <a:xfrm>
            <a:off x="0" y="0"/>
            <a:ext cx="9144000" cy="5143497"/>
          </a:xfrm>
          <a:prstGeom prst="rect">
            <a:avLst/>
          </a:prstGeom>
          <a:noFill/>
          <a:ln>
            <a:noFill/>
          </a:ln>
        </p:spPr>
      </p:pic>
      <p:sp>
        <p:nvSpPr>
          <p:cNvPr id="207" name="Google Shape;207;p35"/>
          <p:cNvSpPr/>
          <p:nvPr/>
        </p:nvSpPr>
        <p:spPr>
          <a:xfrm>
            <a:off x="2581125" y="580900"/>
            <a:ext cx="3981600" cy="3981900"/>
          </a:xfrm>
          <a:prstGeom prst="ellipse">
            <a:avLst/>
          </a:prstGeom>
          <a:solidFill>
            <a:srgbClr val="000000">
              <a:alpha val="8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5"/>
          <p:cNvSpPr txBox="1"/>
          <p:nvPr>
            <p:ph type="title"/>
          </p:nvPr>
        </p:nvSpPr>
        <p:spPr>
          <a:xfrm>
            <a:off x="3052088" y="1031900"/>
            <a:ext cx="3039600" cy="138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Cheat Sheet!</a:t>
            </a:r>
            <a:endParaRPr/>
          </a:p>
        </p:txBody>
      </p:sp>
      <p:sp>
        <p:nvSpPr>
          <p:cNvPr id="209" name="Google Shape;209;p35"/>
          <p:cNvSpPr txBox="1"/>
          <p:nvPr>
            <p:ph idx="1" type="body"/>
          </p:nvPr>
        </p:nvSpPr>
        <p:spPr>
          <a:xfrm>
            <a:off x="3052150" y="2526322"/>
            <a:ext cx="3039600" cy="1310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Just like other data wrangling packages, purrr has an awesome PDF cheat sheet. </a:t>
            </a:r>
            <a:r>
              <a:rPr lang="en" u="sng">
                <a:solidFill>
                  <a:schemeClr val="hlink"/>
                </a:solidFill>
                <a:hlinkClick r:id="rId4"/>
              </a:rPr>
              <a:t>Click here!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6"/>
          <p:cNvSpPr txBox="1"/>
          <p:nvPr>
            <p:ph type="title"/>
          </p:nvPr>
        </p:nvSpPr>
        <p:spPr>
          <a:xfrm>
            <a:off x="363750" y="554850"/>
            <a:ext cx="3855900" cy="403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215" name="Google Shape;215;p36"/>
          <p:cNvSpPr txBox="1"/>
          <p:nvPr>
            <p:ph idx="1" type="body"/>
          </p:nvPr>
        </p:nvSpPr>
        <p:spPr>
          <a:xfrm>
            <a:off x="4947374" y="554850"/>
            <a:ext cx="3855900" cy="40338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a:t>I hope you all learned at least one useful trick from this presentation. Stay safe and healthy!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