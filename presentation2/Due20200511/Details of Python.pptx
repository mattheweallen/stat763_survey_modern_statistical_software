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71" r:id="rId4"/>
    <p:sldId id="257" r:id="rId5"/>
    <p:sldId id="258" r:id="rId6"/>
    <p:sldId id="259" r:id="rId7"/>
    <p:sldId id="260" r:id="rId8"/>
    <p:sldId id="272" r:id="rId9"/>
    <p:sldId id="273" r:id="rId10"/>
    <p:sldId id="262" r:id="rId11"/>
    <p:sldId id="270" r:id="rId12"/>
    <p:sldId id="263" r:id="rId13"/>
    <p:sldId id="274" r:id="rId14"/>
    <p:sldId id="264" r:id="rId15"/>
    <p:sldId id="275" r:id="rId16"/>
    <p:sldId id="265" r:id="rId17"/>
    <p:sldId id="276" r:id="rId18"/>
    <p:sldId id="266" r:id="rId19"/>
    <p:sldId id="267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29CBEE-47A9-4A98-AC74-6A95D7D0DA24}" v="36" dt="2020-04-22T21:35:21.7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7" autoAdjust="0"/>
    <p:restoredTop sz="94660"/>
  </p:normalViewPr>
  <p:slideViewPr>
    <p:cSldViewPr snapToGrid="0">
      <p:cViewPr varScale="1">
        <p:scale>
          <a:sx n="91" d="100"/>
          <a:sy n="91" d="100"/>
        </p:scale>
        <p:origin x="63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spellman" userId="a443829f170c415b" providerId="LiveId" clId="{ED29CBEE-47A9-4A98-AC74-6A95D7D0DA24}"/>
    <pc:docChg chg="undo custSel mod addSld delSld modSld">
      <pc:chgData name="lucas spellman" userId="a443829f170c415b" providerId="LiveId" clId="{ED29CBEE-47A9-4A98-AC74-6A95D7D0DA24}" dt="2020-04-27T17:52:54.822" v="6289" actId="478"/>
      <pc:docMkLst>
        <pc:docMk/>
      </pc:docMkLst>
      <pc:sldChg chg="addSp modSp mod setBg">
        <pc:chgData name="lucas spellman" userId="a443829f170c415b" providerId="LiveId" clId="{ED29CBEE-47A9-4A98-AC74-6A95D7D0DA24}" dt="2020-04-22T21:38:35.400" v="6192" actId="26606"/>
        <pc:sldMkLst>
          <pc:docMk/>
          <pc:sldMk cId="712113316" sldId="256"/>
        </pc:sldMkLst>
        <pc:spChg chg="mod">
          <ac:chgData name="lucas spellman" userId="a443829f170c415b" providerId="LiveId" clId="{ED29CBEE-47A9-4A98-AC74-6A95D7D0DA24}" dt="2020-04-22T21:38:35.400" v="6192" actId="26606"/>
          <ac:spMkLst>
            <pc:docMk/>
            <pc:sldMk cId="712113316" sldId="256"/>
            <ac:spMk id="2" creationId="{70D0F4D1-1ED7-4744-AD8D-D37FFBDDD5BA}"/>
          </ac:spMkLst>
        </pc:spChg>
        <pc:spChg chg="mod">
          <ac:chgData name="lucas spellman" userId="a443829f170c415b" providerId="LiveId" clId="{ED29CBEE-47A9-4A98-AC74-6A95D7D0DA24}" dt="2020-04-22T21:38:35.400" v="6192" actId="26606"/>
          <ac:spMkLst>
            <pc:docMk/>
            <pc:sldMk cId="712113316" sldId="256"/>
            <ac:spMk id="3" creationId="{4F422260-BA61-4A45-A0CA-7D86F970CF87}"/>
          </ac:spMkLst>
        </pc:spChg>
        <pc:spChg chg="add">
          <ac:chgData name="lucas spellman" userId="a443829f170c415b" providerId="LiveId" clId="{ED29CBEE-47A9-4A98-AC74-6A95D7D0DA24}" dt="2020-04-22T21:38:35.400" v="6192" actId="26606"/>
          <ac:spMkLst>
            <pc:docMk/>
            <pc:sldMk cId="712113316" sldId="256"/>
            <ac:spMk id="8" creationId="{3C915414-2809-4735-A560-0D5FE66700D8}"/>
          </ac:spMkLst>
        </pc:spChg>
        <pc:spChg chg="add">
          <ac:chgData name="lucas spellman" userId="a443829f170c415b" providerId="LiveId" clId="{ED29CBEE-47A9-4A98-AC74-6A95D7D0DA24}" dt="2020-04-22T21:38:35.400" v="6192" actId="26606"/>
          <ac:spMkLst>
            <pc:docMk/>
            <pc:sldMk cId="712113316" sldId="256"/>
            <ac:spMk id="41" creationId="{D1E370F4-6FE2-45A6-AC8E-CCB1A8AED13B}"/>
          </ac:spMkLst>
        </pc:spChg>
        <pc:spChg chg="add">
          <ac:chgData name="lucas spellman" userId="a443829f170c415b" providerId="LiveId" clId="{ED29CBEE-47A9-4A98-AC74-6A95D7D0DA24}" dt="2020-04-22T21:38:35.400" v="6192" actId="26606"/>
          <ac:spMkLst>
            <pc:docMk/>
            <pc:sldMk cId="712113316" sldId="256"/>
            <ac:spMk id="43" creationId="{22651F00-C9ED-4B9C-8B37-A5D7B364CF52}"/>
          </ac:spMkLst>
        </pc:spChg>
        <pc:spChg chg="add">
          <ac:chgData name="lucas spellman" userId="a443829f170c415b" providerId="LiveId" clId="{ED29CBEE-47A9-4A98-AC74-6A95D7D0DA24}" dt="2020-04-22T21:38:35.400" v="6192" actId="26606"/>
          <ac:spMkLst>
            <pc:docMk/>
            <pc:sldMk cId="712113316" sldId="256"/>
            <ac:spMk id="45" creationId="{D665D759-2DF8-4D47-8386-4BA28901A79D}"/>
          </ac:spMkLst>
        </pc:spChg>
        <pc:grpChg chg="add">
          <ac:chgData name="lucas spellman" userId="a443829f170c415b" providerId="LiveId" clId="{ED29CBEE-47A9-4A98-AC74-6A95D7D0DA24}" dt="2020-04-22T21:38:35.400" v="6192" actId="26606"/>
          <ac:grpSpMkLst>
            <pc:docMk/>
            <pc:sldMk cId="712113316" sldId="256"/>
            <ac:grpSpMk id="10" creationId="{24413201-85BF-4680-A7D4-10CDBD03569C}"/>
          </ac:grpSpMkLst>
        </pc:grpChg>
        <pc:cxnChg chg="add">
          <ac:chgData name="lucas spellman" userId="a443829f170c415b" providerId="LiveId" clId="{ED29CBEE-47A9-4A98-AC74-6A95D7D0DA24}" dt="2020-04-22T21:38:35.400" v="6192" actId="26606"/>
          <ac:cxnSpMkLst>
            <pc:docMk/>
            <pc:sldMk cId="712113316" sldId="256"/>
            <ac:cxnSpMk id="39" creationId="{90CA228F-98DF-49C4-9649-32D7199CC7AB}"/>
          </ac:cxnSpMkLst>
        </pc:cxnChg>
      </pc:sldChg>
      <pc:sldChg chg="modSp mod">
        <pc:chgData name="lucas spellman" userId="a443829f170c415b" providerId="LiveId" clId="{ED29CBEE-47A9-4A98-AC74-6A95D7D0DA24}" dt="2020-04-22T18:09:25.334" v="451" actId="20577"/>
        <pc:sldMkLst>
          <pc:docMk/>
          <pc:sldMk cId="1086643277" sldId="257"/>
        </pc:sldMkLst>
        <pc:spChg chg="mod">
          <ac:chgData name="lucas spellman" userId="a443829f170c415b" providerId="LiveId" clId="{ED29CBEE-47A9-4A98-AC74-6A95D7D0DA24}" dt="2020-04-22T18:09:25.334" v="451" actId="20577"/>
          <ac:spMkLst>
            <pc:docMk/>
            <pc:sldMk cId="1086643277" sldId="257"/>
            <ac:spMk id="3" creationId="{7C5F04DB-A398-4082-B451-6D5AF55F3FBC}"/>
          </ac:spMkLst>
        </pc:spChg>
      </pc:sldChg>
      <pc:sldChg chg="modSp mod">
        <pc:chgData name="lucas spellman" userId="a443829f170c415b" providerId="LiveId" clId="{ED29CBEE-47A9-4A98-AC74-6A95D7D0DA24}" dt="2020-04-22T18:17:15.387" v="574" actId="20577"/>
        <pc:sldMkLst>
          <pc:docMk/>
          <pc:sldMk cId="3278859266" sldId="258"/>
        </pc:sldMkLst>
        <pc:spChg chg="mod">
          <ac:chgData name="lucas spellman" userId="a443829f170c415b" providerId="LiveId" clId="{ED29CBEE-47A9-4A98-AC74-6A95D7D0DA24}" dt="2020-04-22T18:17:15.387" v="574" actId="20577"/>
          <ac:spMkLst>
            <pc:docMk/>
            <pc:sldMk cId="3278859266" sldId="258"/>
            <ac:spMk id="3" creationId="{57E83278-630D-44A8-84B8-1EBD94E001F5}"/>
          </ac:spMkLst>
        </pc:spChg>
      </pc:sldChg>
      <pc:sldChg chg="addSp modSp mod setBg setClrOvrMap">
        <pc:chgData name="lucas spellman" userId="a443829f170c415b" providerId="LiveId" clId="{ED29CBEE-47A9-4A98-AC74-6A95D7D0DA24}" dt="2020-04-22T21:39:08.907" v="6195" actId="26606"/>
        <pc:sldMkLst>
          <pc:docMk/>
          <pc:sldMk cId="4100078383" sldId="259"/>
        </pc:sldMkLst>
        <pc:spChg chg="mod">
          <ac:chgData name="lucas spellman" userId="a443829f170c415b" providerId="LiveId" clId="{ED29CBEE-47A9-4A98-AC74-6A95D7D0DA24}" dt="2020-04-22T21:39:08.907" v="6195" actId="26606"/>
          <ac:spMkLst>
            <pc:docMk/>
            <pc:sldMk cId="4100078383" sldId="259"/>
            <ac:spMk id="2" creationId="{BB7A759C-E8E4-49D5-A0DF-C49481CAE96F}"/>
          </ac:spMkLst>
        </pc:spChg>
        <pc:spChg chg="mod">
          <ac:chgData name="lucas spellman" userId="a443829f170c415b" providerId="LiveId" clId="{ED29CBEE-47A9-4A98-AC74-6A95D7D0DA24}" dt="2020-04-22T21:39:08.907" v="6195" actId="26606"/>
          <ac:spMkLst>
            <pc:docMk/>
            <pc:sldMk cId="4100078383" sldId="259"/>
            <ac:spMk id="3" creationId="{3EE42468-D1AB-4433-8E9A-740BC5CA191A}"/>
          </ac:spMkLst>
        </pc:spChg>
        <pc:spChg chg="add">
          <ac:chgData name="lucas spellman" userId="a443829f170c415b" providerId="LiveId" clId="{ED29CBEE-47A9-4A98-AC74-6A95D7D0DA24}" dt="2020-04-22T21:39:08.907" v="6195" actId="26606"/>
          <ac:spMkLst>
            <pc:docMk/>
            <pc:sldMk cId="4100078383" sldId="259"/>
            <ac:spMk id="10" creationId="{867D4867-5BA7-4462-B2F6-A23F4A622AA7}"/>
          </ac:spMkLst>
        </pc:spChg>
        <pc:picChg chg="add mod">
          <ac:chgData name="lucas spellman" userId="a443829f170c415b" providerId="LiveId" clId="{ED29CBEE-47A9-4A98-AC74-6A95D7D0DA24}" dt="2020-04-22T21:39:08.907" v="6195" actId="26606"/>
          <ac:picMkLst>
            <pc:docMk/>
            <pc:sldMk cId="4100078383" sldId="259"/>
            <ac:picMk id="5" creationId="{55EF8768-9551-4FD6-9794-A53FB279E307}"/>
          </ac:picMkLst>
        </pc:picChg>
      </pc:sldChg>
      <pc:sldChg chg="addSp delSp modSp mod setBg setClrOvrMap">
        <pc:chgData name="lucas spellman" userId="a443829f170c415b" providerId="LiveId" clId="{ED29CBEE-47A9-4A98-AC74-6A95D7D0DA24}" dt="2020-04-22T21:39:50.750" v="6202" actId="26606"/>
        <pc:sldMkLst>
          <pc:docMk/>
          <pc:sldMk cId="2605384172" sldId="260"/>
        </pc:sldMkLst>
        <pc:spChg chg="mod">
          <ac:chgData name="lucas spellman" userId="a443829f170c415b" providerId="LiveId" clId="{ED29CBEE-47A9-4A98-AC74-6A95D7D0DA24}" dt="2020-04-22T21:39:50.750" v="6202" actId="26606"/>
          <ac:spMkLst>
            <pc:docMk/>
            <pc:sldMk cId="2605384172" sldId="260"/>
            <ac:spMk id="2" creationId="{2B0BB9A0-BDE8-4B82-BF7C-5ECD62C3796C}"/>
          </ac:spMkLst>
        </pc:spChg>
        <pc:spChg chg="mod ord">
          <ac:chgData name="lucas spellman" userId="a443829f170c415b" providerId="LiveId" clId="{ED29CBEE-47A9-4A98-AC74-6A95D7D0DA24}" dt="2020-04-22T21:39:50.750" v="6202" actId="26606"/>
          <ac:spMkLst>
            <pc:docMk/>
            <pc:sldMk cId="2605384172" sldId="260"/>
            <ac:spMk id="3" creationId="{C562422C-BA1C-4EC2-BBA2-23C43AD05F01}"/>
          </ac:spMkLst>
        </pc:spChg>
        <pc:spChg chg="add del">
          <ac:chgData name="lucas spellman" userId="a443829f170c415b" providerId="LiveId" clId="{ED29CBEE-47A9-4A98-AC74-6A95D7D0DA24}" dt="2020-04-22T18:25:24.371" v="1167"/>
          <ac:spMkLst>
            <pc:docMk/>
            <pc:sldMk cId="2605384172" sldId="260"/>
            <ac:spMk id="4" creationId="{3A8C0CF1-C581-4F36-AACA-7213ACE09191}"/>
          </ac:spMkLst>
        </pc:spChg>
        <pc:spChg chg="add del">
          <ac:chgData name="lucas spellman" userId="a443829f170c415b" providerId="LiveId" clId="{ED29CBEE-47A9-4A98-AC74-6A95D7D0DA24}" dt="2020-04-22T21:39:50.750" v="6202" actId="26606"/>
          <ac:spMkLst>
            <pc:docMk/>
            <pc:sldMk cId="2605384172" sldId="260"/>
            <ac:spMk id="11" creationId="{867D4867-5BA7-4462-B2F6-A23F4A622AA7}"/>
          </ac:spMkLst>
        </pc:spChg>
        <pc:spChg chg="add del">
          <ac:chgData name="lucas spellman" userId="a443829f170c415b" providerId="LiveId" clId="{ED29CBEE-47A9-4A98-AC74-6A95D7D0DA24}" dt="2020-04-22T21:39:50.750" v="6202" actId="26606"/>
          <ac:spMkLst>
            <pc:docMk/>
            <pc:sldMk cId="2605384172" sldId="260"/>
            <ac:spMk id="16" creationId="{9B76D444-2756-434F-AE61-96D69830C13E}"/>
          </ac:spMkLst>
        </pc:spChg>
        <pc:picChg chg="add mod">
          <ac:chgData name="lucas spellman" userId="a443829f170c415b" providerId="LiveId" clId="{ED29CBEE-47A9-4A98-AC74-6A95D7D0DA24}" dt="2020-04-22T21:39:50.750" v="6202" actId="26606"/>
          <ac:picMkLst>
            <pc:docMk/>
            <pc:sldMk cId="2605384172" sldId="260"/>
            <ac:picMk id="6" creationId="{FCFCE87B-4A27-4207-BB2B-706DBC46AD7A}"/>
          </ac:picMkLst>
        </pc:picChg>
        <pc:picChg chg="add del">
          <ac:chgData name="lucas spellman" userId="a443829f170c415b" providerId="LiveId" clId="{ED29CBEE-47A9-4A98-AC74-6A95D7D0DA24}" dt="2020-04-22T18:25:24.371" v="1167"/>
          <ac:picMkLst>
            <pc:docMk/>
            <pc:sldMk cId="2605384172" sldId="260"/>
            <ac:picMk id="1026" creationId="{80B93116-0CBE-4993-AC84-8415292FAA8D}"/>
          </ac:picMkLst>
        </pc:picChg>
        <pc:cxnChg chg="add del">
          <ac:chgData name="lucas spellman" userId="a443829f170c415b" providerId="LiveId" clId="{ED29CBEE-47A9-4A98-AC74-6A95D7D0DA24}" dt="2020-04-22T21:39:50.750" v="6202" actId="26606"/>
          <ac:cxnSpMkLst>
            <pc:docMk/>
            <pc:sldMk cId="2605384172" sldId="260"/>
            <ac:cxnSpMk id="18" creationId="{EDF5FE34-0A41-407A-8D94-10FCF68F1D0B}"/>
          </ac:cxnSpMkLst>
        </pc:cxnChg>
      </pc:sldChg>
      <pc:sldChg chg="addSp modSp new mod setBg">
        <pc:chgData name="lucas spellman" userId="a443829f170c415b" providerId="LiveId" clId="{ED29CBEE-47A9-4A98-AC74-6A95D7D0DA24}" dt="2020-04-22T21:38:40.644" v="6193" actId="26606"/>
        <pc:sldMkLst>
          <pc:docMk/>
          <pc:sldMk cId="1276417454" sldId="261"/>
        </pc:sldMkLst>
        <pc:spChg chg="mod">
          <ac:chgData name="lucas spellman" userId="a443829f170c415b" providerId="LiveId" clId="{ED29CBEE-47A9-4A98-AC74-6A95D7D0DA24}" dt="2020-04-22T21:38:40.644" v="6193" actId="26606"/>
          <ac:spMkLst>
            <pc:docMk/>
            <pc:sldMk cId="1276417454" sldId="261"/>
            <ac:spMk id="2" creationId="{C2A1D0E4-0CC5-45AC-AE02-2E28F03933BE}"/>
          </ac:spMkLst>
        </pc:spChg>
        <pc:spChg chg="mod">
          <ac:chgData name="lucas spellman" userId="a443829f170c415b" providerId="LiveId" clId="{ED29CBEE-47A9-4A98-AC74-6A95D7D0DA24}" dt="2020-04-22T21:38:40.644" v="6193" actId="26606"/>
          <ac:spMkLst>
            <pc:docMk/>
            <pc:sldMk cId="1276417454" sldId="261"/>
            <ac:spMk id="3" creationId="{04E7EA3E-19AA-46BF-A08F-B9CA19883E2C}"/>
          </ac:spMkLst>
        </pc:spChg>
        <pc:spChg chg="add">
          <ac:chgData name="lucas spellman" userId="a443829f170c415b" providerId="LiveId" clId="{ED29CBEE-47A9-4A98-AC74-6A95D7D0DA24}" dt="2020-04-22T21:38:40.644" v="6193" actId="26606"/>
          <ac:spMkLst>
            <pc:docMk/>
            <pc:sldMk cId="1276417454" sldId="261"/>
            <ac:spMk id="8" creationId="{8D70B121-56F4-4848-B38B-182089D909FA}"/>
          </ac:spMkLst>
        </pc:spChg>
        <pc:cxnChg chg="add">
          <ac:chgData name="lucas spellman" userId="a443829f170c415b" providerId="LiveId" clId="{ED29CBEE-47A9-4A98-AC74-6A95D7D0DA24}" dt="2020-04-22T21:38:40.644" v="6193" actId="26606"/>
          <ac:cxnSpMkLst>
            <pc:docMk/>
            <pc:sldMk cId="1276417454" sldId="261"/>
            <ac:cxnSpMk id="10" creationId="{2D72A2C9-F3CA-4216-8BAD-FA4C970C3C4E}"/>
          </ac:cxnSpMkLst>
        </pc:cxnChg>
      </pc:sldChg>
      <pc:sldChg chg="addSp delSp modSp new mod setBg">
        <pc:chgData name="lucas spellman" userId="a443829f170c415b" providerId="LiveId" clId="{ED29CBEE-47A9-4A98-AC74-6A95D7D0DA24}" dt="2020-04-22T21:40:39.304" v="6213" actId="26606"/>
        <pc:sldMkLst>
          <pc:docMk/>
          <pc:sldMk cId="244265307" sldId="262"/>
        </pc:sldMkLst>
        <pc:spChg chg="mod">
          <ac:chgData name="lucas spellman" userId="a443829f170c415b" providerId="LiveId" clId="{ED29CBEE-47A9-4A98-AC74-6A95D7D0DA24}" dt="2020-04-22T21:40:39.304" v="6213" actId="26606"/>
          <ac:spMkLst>
            <pc:docMk/>
            <pc:sldMk cId="244265307" sldId="262"/>
            <ac:spMk id="2" creationId="{CD1B0E54-8EB5-4670-97A1-55E3B4E68D9C}"/>
          </ac:spMkLst>
        </pc:spChg>
        <pc:spChg chg="add del mod">
          <ac:chgData name="lucas spellman" userId="a443829f170c415b" providerId="LiveId" clId="{ED29CBEE-47A9-4A98-AC74-6A95D7D0DA24}" dt="2020-04-22T21:40:39.304" v="6213" actId="26606"/>
          <ac:spMkLst>
            <pc:docMk/>
            <pc:sldMk cId="244265307" sldId="262"/>
            <ac:spMk id="3" creationId="{23AD3D77-3063-4A17-BDD9-00FA70F68B6F}"/>
          </ac:spMkLst>
        </pc:spChg>
        <pc:spChg chg="add del">
          <ac:chgData name="lucas spellman" userId="a443829f170c415b" providerId="LiveId" clId="{ED29CBEE-47A9-4A98-AC74-6A95D7D0DA24}" dt="2020-04-22T21:40:39.304" v="6213" actId="26606"/>
          <ac:spMkLst>
            <pc:docMk/>
            <pc:sldMk cId="244265307" sldId="262"/>
            <ac:spMk id="8" creationId="{488333BA-AE6E-427A-9B16-A39C8073F4EB}"/>
          </ac:spMkLst>
        </pc:spChg>
        <pc:spChg chg="add del">
          <ac:chgData name="lucas spellman" userId="a443829f170c415b" providerId="LiveId" clId="{ED29CBEE-47A9-4A98-AC74-6A95D7D0DA24}" dt="2020-04-22T21:40:36.775" v="6211" actId="26606"/>
          <ac:spMkLst>
            <pc:docMk/>
            <pc:sldMk cId="244265307" sldId="262"/>
            <ac:spMk id="10" creationId="{3A5B4632-C963-4296-86F0-79AA9EA5AE98}"/>
          </ac:spMkLst>
        </pc:spChg>
        <pc:spChg chg="add del">
          <ac:chgData name="lucas spellman" userId="a443829f170c415b" providerId="LiveId" clId="{ED29CBEE-47A9-4A98-AC74-6A95D7D0DA24}" dt="2020-04-22T21:40:39.304" v="6213" actId="26606"/>
          <ac:spMkLst>
            <pc:docMk/>
            <pc:sldMk cId="244265307" sldId="262"/>
            <ac:spMk id="12" creationId="{F98ED85F-DCEE-4B50-802E-71A6E3E12B04}"/>
          </ac:spMkLst>
        </pc:spChg>
        <pc:spChg chg="add del">
          <ac:chgData name="lucas spellman" userId="a443829f170c415b" providerId="LiveId" clId="{ED29CBEE-47A9-4A98-AC74-6A95D7D0DA24}" dt="2020-04-22T21:40:39.304" v="6213" actId="26606"/>
          <ac:spMkLst>
            <pc:docMk/>
            <pc:sldMk cId="244265307" sldId="262"/>
            <ac:spMk id="13" creationId="{23AD3D77-3063-4A17-BDD9-00FA70F68B6F}"/>
          </ac:spMkLst>
        </pc:spChg>
        <pc:graphicFrameChg chg="add del">
          <ac:chgData name="lucas spellman" userId="a443829f170c415b" providerId="LiveId" clId="{ED29CBEE-47A9-4A98-AC74-6A95D7D0DA24}" dt="2020-04-22T21:40:36.775" v="6211" actId="26606"/>
          <ac:graphicFrameMkLst>
            <pc:docMk/>
            <pc:sldMk cId="244265307" sldId="262"/>
            <ac:graphicFrameMk id="5" creationId="{81EB476E-FB92-41C0-9C23-41E5D6B35F05}"/>
          </ac:graphicFrameMkLst>
        </pc:graphicFrameChg>
      </pc:sldChg>
      <pc:sldChg chg="addSp modSp new mod setBg">
        <pc:chgData name="lucas spellman" userId="a443829f170c415b" providerId="LiveId" clId="{ED29CBEE-47A9-4A98-AC74-6A95D7D0DA24}" dt="2020-04-22T21:41:49.401" v="6225" actId="26606"/>
        <pc:sldMkLst>
          <pc:docMk/>
          <pc:sldMk cId="1733346810" sldId="263"/>
        </pc:sldMkLst>
        <pc:spChg chg="mod">
          <ac:chgData name="lucas spellman" userId="a443829f170c415b" providerId="LiveId" clId="{ED29CBEE-47A9-4A98-AC74-6A95D7D0DA24}" dt="2020-04-22T21:41:49.401" v="6225" actId="26606"/>
          <ac:spMkLst>
            <pc:docMk/>
            <pc:sldMk cId="1733346810" sldId="263"/>
            <ac:spMk id="2" creationId="{5EF45592-B60B-40ED-A263-581139D1F827}"/>
          </ac:spMkLst>
        </pc:spChg>
        <pc:spChg chg="mod">
          <ac:chgData name="lucas spellman" userId="a443829f170c415b" providerId="LiveId" clId="{ED29CBEE-47A9-4A98-AC74-6A95D7D0DA24}" dt="2020-04-22T21:41:49.401" v="6225" actId="26606"/>
          <ac:spMkLst>
            <pc:docMk/>
            <pc:sldMk cId="1733346810" sldId="263"/>
            <ac:spMk id="3" creationId="{A980EA2E-BD4D-478A-9E60-88A34D6EFBBB}"/>
          </ac:spMkLst>
        </pc:spChg>
        <pc:spChg chg="add">
          <ac:chgData name="lucas spellman" userId="a443829f170c415b" providerId="LiveId" clId="{ED29CBEE-47A9-4A98-AC74-6A95D7D0DA24}" dt="2020-04-22T21:41:49.401" v="6225" actId="26606"/>
          <ac:spMkLst>
            <pc:docMk/>
            <pc:sldMk cId="1733346810" sldId="263"/>
            <ac:spMk id="8" creationId="{FA3C7DEA-BCC2-4295-8850-147993296189}"/>
          </ac:spMkLst>
        </pc:spChg>
        <pc:spChg chg="add">
          <ac:chgData name="lucas spellman" userId="a443829f170c415b" providerId="LiveId" clId="{ED29CBEE-47A9-4A98-AC74-6A95D7D0DA24}" dt="2020-04-22T21:41:49.401" v="6225" actId="26606"/>
          <ac:spMkLst>
            <pc:docMk/>
            <pc:sldMk cId="1733346810" sldId="263"/>
            <ac:spMk id="10" creationId="{C289949D-B9F6-468A-86FE-2694DC5AE773}"/>
          </ac:spMkLst>
        </pc:spChg>
        <pc:grpChg chg="add">
          <ac:chgData name="lucas spellman" userId="a443829f170c415b" providerId="LiveId" clId="{ED29CBEE-47A9-4A98-AC74-6A95D7D0DA24}" dt="2020-04-22T21:41:49.401" v="6225" actId="26606"/>
          <ac:grpSpMkLst>
            <pc:docMk/>
            <pc:sldMk cId="1733346810" sldId="263"/>
            <ac:grpSpMk id="12" creationId="{E4DF0958-0C87-4C28-9554-2FADC788C2B1}"/>
          </ac:grpSpMkLst>
        </pc:grpChg>
      </pc:sldChg>
      <pc:sldChg chg="addSp delSp modSp new mod setBg setClrOvrMap">
        <pc:chgData name="lucas spellman" userId="a443829f170c415b" providerId="LiveId" clId="{ED29CBEE-47A9-4A98-AC74-6A95D7D0DA24}" dt="2020-04-22T21:43:50.400" v="6266" actId="14100"/>
        <pc:sldMkLst>
          <pc:docMk/>
          <pc:sldMk cId="3392650643" sldId="264"/>
        </pc:sldMkLst>
        <pc:spChg chg="mod">
          <ac:chgData name="lucas spellman" userId="a443829f170c415b" providerId="LiveId" clId="{ED29CBEE-47A9-4A98-AC74-6A95D7D0DA24}" dt="2020-04-22T21:42:47.898" v="6241" actId="26606"/>
          <ac:spMkLst>
            <pc:docMk/>
            <pc:sldMk cId="3392650643" sldId="264"/>
            <ac:spMk id="2" creationId="{C9C7598E-B3EC-4C8F-B9DF-3AE42210DAE0}"/>
          </ac:spMkLst>
        </pc:spChg>
        <pc:spChg chg="mod ord">
          <ac:chgData name="lucas spellman" userId="a443829f170c415b" providerId="LiveId" clId="{ED29CBEE-47A9-4A98-AC74-6A95D7D0DA24}" dt="2020-04-22T21:43:37.640" v="6265" actId="255"/>
          <ac:spMkLst>
            <pc:docMk/>
            <pc:sldMk cId="3392650643" sldId="264"/>
            <ac:spMk id="3" creationId="{A4821794-DBD5-4D52-9666-A61C47C988F0}"/>
          </ac:spMkLst>
        </pc:spChg>
        <pc:spChg chg="add del">
          <ac:chgData name="lucas spellman" userId="a443829f170c415b" providerId="LiveId" clId="{ED29CBEE-47A9-4A98-AC74-6A95D7D0DA24}" dt="2020-04-22T21:42:41.799" v="6234" actId="26606"/>
          <ac:spMkLst>
            <pc:docMk/>
            <pc:sldMk cId="3392650643" sldId="264"/>
            <ac:spMk id="14" creationId="{867D4867-5BA7-4462-B2F6-A23F4A622AA7}"/>
          </ac:spMkLst>
        </pc:spChg>
        <pc:spChg chg="add del">
          <ac:chgData name="lucas spellman" userId="a443829f170c415b" providerId="LiveId" clId="{ED29CBEE-47A9-4A98-AC74-6A95D7D0DA24}" dt="2020-04-22T21:42:44.131" v="6236" actId="26606"/>
          <ac:spMkLst>
            <pc:docMk/>
            <pc:sldMk cId="3392650643" sldId="264"/>
            <ac:spMk id="17" creationId="{B8D412AD-9CF4-4510-97DC-34D6CC830887}"/>
          </ac:spMkLst>
        </pc:spChg>
        <pc:spChg chg="add del">
          <ac:chgData name="lucas spellman" userId="a443829f170c415b" providerId="LiveId" clId="{ED29CBEE-47A9-4A98-AC74-6A95D7D0DA24}" dt="2020-04-22T21:42:45.137" v="6238" actId="26606"/>
          <ac:spMkLst>
            <pc:docMk/>
            <pc:sldMk cId="3392650643" sldId="264"/>
            <ac:spMk id="19" creationId="{CEB41C5C-0F34-4DDA-9D7C-5E717F35F60C}"/>
          </ac:spMkLst>
        </pc:spChg>
        <pc:spChg chg="add del">
          <ac:chgData name="lucas spellman" userId="a443829f170c415b" providerId="LiveId" clId="{ED29CBEE-47A9-4A98-AC74-6A95D7D0DA24}" dt="2020-04-22T21:42:47.883" v="6240" actId="26606"/>
          <ac:spMkLst>
            <pc:docMk/>
            <pc:sldMk cId="3392650643" sldId="264"/>
            <ac:spMk id="22" creationId="{867D4867-5BA7-4462-B2F6-A23F4A622AA7}"/>
          </ac:spMkLst>
        </pc:spChg>
        <pc:spChg chg="add">
          <ac:chgData name="lucas spellman" userId="a443829f170c415b" providerId="LiveId" clId="{ED29CBEE-47A9-4A98-AC74-6A95D7D0DA24}" dt="2020-04-22T21:42:47.898" v="6241" actId="26606"/>
          <ac:spMkLst>
            <pc:docMk/>
            <pc:sldMk cId="3392650643" sldId="264"/>
            <ac:spMk id="24" creationId="{42A5316D-ED2F-4F89-B4B4-8D9240B1A348}"/>
          </ac:spMkLst>
        </pc:spChg>
        <pc:picChg chg="add del mod">
          <ac:chgData name="lucas spellman" userId="a443829f170c415b" providerId="LiveId" clId="{ED29CBEE-47A9-4A98-AC74-6A95D7D0DA24}" dt="2020-04-22T20:54:04.270" v="5481" actId="478"/>
          <ac:picMkLst>
            <pc:docMk/>
            <pc:sldMk cId="3392650643" sldId="264"/>
            <ac:picMk id="5" creationId="{898977DA-DEDD-427F-AE1A-A241EB265D5D}"/>
          </ac:picMkLst>
        </pc:picChg>
        <pc:picChg chg="add del mod">
          <ac:chgData name="lucas spellman" userId="a443829f170c415b" providerId="LiveId" clId="{ED29CBEE-47A9-4A98-AC74-6A95D7D0DA24}" dt="2020-04-22T21:05:23.581" v="5523" actId="478"/>
          <ac:picMkLst>
            <pc:docMk/>
            <pc:sldMk cId="3392650643" sldId="264"/>
            <ac:picMk id="7" creationId="{836BCE90-DF4C-4408-9BAE-3550BC9D75BE}"/>
          </ac:picMkLst>
        </pc:picChg>
        <pc:picChg chg="add mod">
          <ac:chgData name="lucas spellman" userId="a443829f170c415b" providerId="LiveId" clId="{ED29CBEE-47A9-4A98-AC74-6A95D7D0DA24}" dt="2020-04-22T21:43:50.400" v="6266" actId="14100"/>
          <ac:picMkLst>
            <pc:docMk/>
            <pc:sldMk cId="3392650643" sldId="264"/>
            <ac:picMk id="9" creationId="{AAB9025C-7403-4216-8FD9-8F1C5618C893}"/>
          </ac:picMkLst>
        </pc:picChg>
        <pc:cxnChg chg="add del">
          <ac:chgData name="lucas spellman" userId="a443829f170c415b" providerId="LiveId" clId="{ED29CBEE-47A9-4A98-AC74-6A95D7D0DA24}" dt="2020-04-22T21:42:44.131" v="6236" actId="26606"/>
          <ac:cxnSpMkLst>
            <pc:docMk/>
            <pc:sldMk cId="3392650643" sldId="264"/>
            <ac:cxnSpMk id="16" creationId="{E8FC89CA-47F1-4934-B283-0E52680A131B}"/>
          </ac:cxnSpMkLst>
        </pc:cxnChg>
        <pc:cxnChg chg="add del">
          <ac:chgData name="lucas spellman" userId="a443829f170c415b" providerId="LiveId" clId="{ED29CBEE-47A9-4A98-AC74-6A95D7D0DA24}" dt="2020-04-22T21:42:45.137" v="6238" actId="26606"/>
          <ac:cxnSpMkLst>
            <pc:docMk/>
            <pc:sldMk cId="3392650643" sldId="264"/>
            <ac:cxnSpMk id="20" creationId="{57E1E5E6-F385-4E9C-B201-BA5BDE5CAD52}"/>
          </ac:cxnSpMkLst>
        </pc:cxnChg>
      </pc:sldChg>
      <pc:sldChg chg="addSp modSp new mod setBg">
        <pc:chgData name="lucas spellman" userId="a443829f170c415b" providerId="LiveId" clId="{ED29CBEE-47A9-4A98-AC74-6A95D7D0DA24}" dt="2020-04-22T21:37:35.593" v="6185" actId="26606"/>
        <pc:sldMkLst>
          <pc:docMk/>
          <pc:sldMk cId="3908469896" sldId="265"/>
        </pc:sldMkLst>
        <pc:spChg chg="mod">
          <ac:chgData name="lucas spellman" userId="a443829f170c415b" providerId="LiveId" clId="{ED29CBEE-47A9-4A98-AC74-6A95D7D0DA24}" dt="2020-04-22T21:37:35.593" v="6185" actId="26606"/>
          <ac:spMkLst>
            <pc:docMk/>
            <pc:sldMk cId="3908469896" sldId="265"/>
            <ac:spMk id="2" creationId="{25125734-D633-4DCD-938C-3659F6F79D02}"/>
          </ac:spMkLst>
        </pc:spChg>
        <pc:spChg chg="mod">
          <ac:chgData name="lucas spellman" userId="a443829f170c415b" providerId="LiveId" clId="{ED29CBEE-47A9-4A98-AC74-6A95D7D0DA24}" dt="2020-04-22T21:37:35.593" v="6185" actId="26606"/>
          <ac:spMkLst>
            <pc:docMk/>
            <pc:sldMk cId="3908469896" sldId="265"/>
            <ac:spMk id="3" creationId="{8ACA98AC-A832-4F29-9178-DFFB3D6C869F}"/>
          </ac:spMkLst>
        </pc:spChg>
        <pc:spChg chg="add">
          <ac:chgData name="lucas spellman" userId="a443829f170c415b" providerId="LiveId" clId="{ED29CBEE-47A9-4A98-AC74-6A95D7D0DA24}" dt="2020-04-22T21:37:35.593" v="6185" actId="26606"/>
          <ac:spMkLst>
            <pc:docMk/>
            <pc:sldMk cId="3908469896" sldId="265"/>
            <ac:spMk id="8" creationId="{8D70B121-56F4-4848-B38B-182089D909FA}"/>
          </ac:spMkLst>
        </pc:spChg>
        <pc:cxnChg chg="add">
          <ac:chgData name="lucas spellman" userId="a443829f170c415b" providerId="LiveId" clId="{ED29CBEE-47A9-4A98-AC74-6A95D7D0DA24}" dt="2020-04-22T21:37:35.593" v="6185" actId="26606"/>
          <ac:cxnSpMkLst>
            <pc:docMk/>
            <pc:sldMk cId="3908469896" sldId="265"/>
            <ac:cxnSpMk id="10" creationId="{2D72A2C9-F3CA-4216-8BAD-FA4C970C3C4E}"/>
          </ac:cxnSpMkLst>
        </pc:cxnChg>
      </pc:sldChg>
      <pc:sldChg chg="addSp delSp modSp new mod setBg setClrOvrMap">
        <pc:chgData name="lucas spellman" userId="a443829f170c415b" providerId="LiveId" clId="{ED29CBEE-47A9-4A98-AC74-6A95D7D0DA24}" dt="2020-04-22T21:38:09.199" v="6189" actId="26606"/>
        <pc:sldMkLst>
          <pc:docMk/>
          <pc:sldMk cId="3767192241" sldId="266"/>
        </pc:sldMkLst>
        <pc:spChg chg="mod">
          <ac:chgData name="lucas spellman" userId="a443829f170c415b" providerId="LiveId" clId="{ED29CBEE-47A9-4A98-AC74-6A95D7D0DA24}" dt="2020-04-22T21:38:09.199" v="6189" actId="26606"/>
          <ac:spMkLst>
            <pc:docMk/>
            <pc:sldMk cId="3767192241" sldId="266"/>
            <ac:spMk id="2" creationId="{1BE5E61E-E6EA-4E14-830E-C6F16605B7CA}"/>
          </ac:spMkLst>
        </pc:spChg>
        <pc:spChg chg="mod">
          <ac:chgData name="lucas spellman" userId="a443829f170c415b" providerId="LiveId" clId="{ED29CBEE-47A9-4A98-AC74-6A95D7D0DA24}" dt="2020-04-22T21:38:09.199" v="6189" actId="26606"/>
          <ac:spMkLst>
            <pc:docMk/>
            <pc:sldMk cId="3767192241" sldId="266"/>
            <ac:spMk id="3" creationId="{233C544A-2449-4E63-8ECA-6D55C2D09DD1}"/>
          </ac:spMkLst>
        </pc:spChg>
        <pc:spChg chg="add del">
          <ac:chgData name="lucas spellman" userId="a443829f170c415b" providerId="LiveId" clId="{ED29CBEE-47A9-4A98-AC74-6A95D7D0DA24}" dt="2020-04-22T21:38:09.199" v="6189" actId="26606"/>
          <ac:spMkLst>
            <pc:docMk/>
            <pc:sldMk cId="3767192241" sldId="266"/>
            <ac:spMk id="8" creationId="{87A57295-2710-4920-B99A-4D1FA03A62BD}"/>
          </ac:spMkLst>
        </pc:spChg>
        <pc:spChg chg="add del">
          <ac:chgData name="lucas spellman" userId="a443829f170c415b" providerId="LiveId" clId="{ED29CBEE-47A9-4A98-AC74-6A95D7D0DA24}" dt="2020-04-22T21:38:09.199" v="6189" actId="26606"/>
          <ac:spMkLst>
            <pc:docMk/>
            <pc:sldMk cId="3767192241" sldId="266"/>
            <ac:spMk id="10" creationId="{78067929-4D33-4306-9E2F-67C49CDDB5DE}"/>
          </ac:spMkLst>
        </pc:spChg>
        <pc:spChg chg="add">
          <ac:chgData name="lucas spellman" userId="a443829f170c415b" providerId="LiveId" clId="{ED29CBEE-47A9-4A98-AC74-6A95D7D0DA24}" dt="2020-04-22T21:38:09.199" v="6189" actId="26606"/>
          <ac:spMkLst>
            <pc:docMk/>
            <pc:sldMk cId="3767192241" sldId="266"/>
            <ac:spMk id="17" creationId="{4E65CDE2-194C-4A17-9E3C-017E8A8970E2}"/>
          </ac:spMkLst>
        </pc:spChg>
        <pc:cxnChg chg="add del">
          <ac:chgData name="lucas spellman" userId="a443829f170c415b" providerId="LiveId" clId="{ED29CBEE-47A9-4A98-AC74-6A95D7D0DA24}" dt="2020-04-22T21:38:09.199" v="6189" actId="26606"/>
          <ac:cxnSpMkLst>
            <pc:docMk/>
            <pc:sldMk cId="3767192241" sldId="266"/>
            <ac:cxnSpMk id="12" creationId="{2D72A2C9-F3CA-4216-8BAD-FA4C970C3C4E}"/>
          </ac:cxnSpMkLst>
        </pc:cxnChg>
        <pc:cxnChg chg="add">
          <ac:chgData name="lucas spellman" userId="a443829f170c415b" providerId="LiveId" clId="{ED29CBEE-47A9-4A98-AC74-6A95D7D0DA24}" dt="2020-04-22T21:38:09.199" v="6189" actId="26606"/>
          <ac:cxnSpMkLst>
            <pc:docMk/>
            <pc:sldMk cId="3767192241" sldId="266"/>
            <ac:cxnSpMk id="19" creationId="{F2AE495E-2AAF-4BC1-87A5-331009D82896}"/>
          </ac:cxnSpMkLst>
        </pc:cxnChg>
      </pc:sldChg>
      <pc:sldChg chg="addSp delSp modSp new mod setBg">
        <pc:chgData name="lucas spellman" userId="a443829f170c415b" providerId="LiveId" clId="{ED29CBEE-47A9-4A98-AC74-6A95D7D0DA24}" dt="2020-04-22T21:38:20.751" v="6190" actId="26606"/>
        <pc:sldMkLst>
          <pc:docMk/>
          <pc:sldMk cId="4014121487" sldId="267"/>
        </pc:sldMkLst>
        <pc:spChg chg="mod">
          <ac:chgData name="lucas spellman" userId="a443829f170c415b" providerId="LiveId" clId="{ED29CBEE-47A9-4A98-AC74-6A95D7D0DA24}" dt="2020-04-22T21:38:20.751" v="6190" actId="26606"/>
          <ac:spMkLst>
            <pc:docMk/>
            <pc:sldMk cId="4014121487" sldId="267"/>
            <ac:spMk id="2" creationId="{8F021A5C-F042-4C7C-B919-A84ADE05CE05}"/>
          </ac:spMkLst>
        </pc:spChg>
        <pc:spChg chg="del">
          <ac:chgData name="lucas spellman" userId="a443829f170c415b" providerId="LiveId" clId="{ED29CBEE-47A9-4A98-AC74-6A95D7D0DA24}" dt="2020-04-22T21:14:17.358" v="5553" actId="931"/>
          <ac:spMkLst>
            <pc:docMk/>
            <pc:sldMk cId="4014121487" sldId="267"/>
            <ac:spMk id="3" creationId="{DCDED787-2289-4F3B-BA43-B3E03B02A26D}"/>
          </ac:spMkLst>
        </pc:spChg>
        <pc:spChg chg="add del mod">
          <ac:chgData name="lucas spellman" userId="a443829f170c415b" providerId="LiveId" clId="{ED29CBEE-47A9-4A98-AC74-6A95D7D0DA24}" dt="2020-04-22T21:15:11.438" v="5567"/>
          <ac:spMkLst>
            <pc:docMk/>
            <pc:sldMk cId="4014121487" sldId="267"/>
            <ac:spMk id="6" creationId="{8F216824-FB05-4C77-AC60-B038F534F225}"/>
          </ac:spMkLst>
        </pc:spChg>
        <pc:spChg chg="add mod">
          <ac:chgData name="lucas spellman" userId="a443829f170c415b" providerId="LiveId" clId="{ED29CBEE-47A9-4A98-AC74-6A95D7D0DA24}" dt="2020-04-22T21:38:20.751" v="6190" actId="26606"/>
          <ac:spMkLst>
            <pc:docMk/>
            <pc:sldMk cId="4014121487" sldId="267"/>
            <ac:spMk id="7" creationId="{AD67C55A-44AB-4B78-BA18-B1ED509F5056}"/>
          </ac:spMkLst>
        </pc:spChg>
        <pc:spChg chg="add">
          <ac:chgData name="lucas spellman" userId="a443829f170c415b" providerId="LiveId" clId="{ED29CBEE-47A9-4A98-AC74-6A95D7D0DA24}" dt="2020-04-22T21:38:20.751" v="6190" actId="26606"/>
          <ac:spMkLst>
            <pc:docMk/>
            <pc:sldMk cId="4014121487" sldId="267"/>
            <ac:spMk id="12" creationId="{B0792D4F-247E-46FE-85FC-881DEFA41D94}"/>
          </ac:spMkLst>
        </pc:spChg>
        <pc:picChg chg="add mod ord">
          <ac:chgData name="lucas spellman" userId="a443829f170c415b" providerId="LiveId" clId="{ED29CBEE-47A9-4A98-AC74-6A95D7D0DA24}" dt="2020-04-22T21:38:20.751" v="6190" actId="26606"/>
          <ac:picMkLst>
            <pc:docMk/>
            <pc:sldMk cId="4014121487" sldId="267"/>
            <ac:picMk id="5" creationId="{711CB644-E099-4FDE-9DFA-59088CBDE473}"/>
          </ac:picMkLst>
        </pc:picChg>
        <pc:cxnChg chg="add">
          <ac:chgData name="lucas spellman" userId="a443829f170c415b" providerId="LiveId" clId="{ED29CBEE-47A9-4A98-AC74-6A95D7D0DA24}" dt="2020-04-22T21:38:20.751" v="6190" actId="26606"/>
          <ac:cxnSpMkLst>
            <pc:docMk/>
            <pc:sldMk cId="4014121487" sldId="267"/>
            <ac:cxnSpMk id="14" creationId="{CE272F12-AF86-441A-BC1B-C014BBBF85B5}"/>
          </ac:cxnSpMkLst>
        </pc:cxnChg>
      </pc:sldChg>
      <pc:sldChg chg="new del">
        <pc:chgData name="lucas spellman" userId="a443829f170c415b" providerId="LiveId" clId="{ED29CBEE-47A9-4A98-AC74-6A95D7D0DA24}" dt="2020-04-22T20:47:42.170" v="5234" actId="47"/>
        <pc:sldMkLst>
          <pc:docMk/>
          <pc:sldMk cId="912234986" sldId="268"/>
        </pc:sldMkLst>
      </pc:sldChg>
      <pc:sldChg chg="addSp modSp new mod setBg setClrOvrMap">
        <pc:chgData name="lucas spellman" userId="a443829f170c415b" providerId="LiveId" clId="{ED29CBEE-47A9-4A98-AC74-6A95D7D0DA24}" dt="2020-04-22T21:38:26.606" v="6191" actId="26606"/>
        <pc:sldMkLst>
          <pc:docMk/>
          <pc:sldMk cId="2775533377" sldId="269"/>
        </pc:sldMkLst>
        <pc:spChg chg="mod">
          <ac:chgData name="lucas spellman" userId="a443829f170c415b" providerId="LiveId" clId="{ED29CBEE-47A9-4A98-AC74-6A95D7D0DA24}" dt="2020-04-22T21:38:26.606" v="6191" actId="26606"/>
          <ac:spMkLst>
            <pc:docMk/>
            <pc:sldMk cId="2775533377" sldId="269"/>
            <ac:spMk id="2" creationId="{CD30E166-8E37-4B64-B001-81B8778747B6}"/>
          </ac:spMkLst>
        </pc:spChg>
        <pc:spChg chg="mod">
          <ac:chgData name="lucas spellman" userId="a443829f170c415b" providerId="LiveId" clId="{ED29CBEE-47A9-4A98-AC74-6A95D7D0DA24}" dt="2020-04-22T21:38:26.606" v="6191" actId="26606"/>
          <ac:spMkLst>
            <pc:docMk/>
            <pc:sldMk cId="2775533377" sldId="269"/>
            <ac:spMk id="3" creationId="{8EABF40C-637D-4A4A-ACC1-C9C38330A841}"/>
          </ac:spMkLst>
        </pc:spChg>
        <pc:spChg chg="add">
          <ac:chgData name="lucas spellman" userId="a443829f170c415b" providerId="LiveId" clId="{ED29CBEE-47A9-4A98-AC74-6A95D7D0DA24}" dt="2020-04-22T21:38:26.606" v="6191" actId="26606"/>
          <ac:spMkLst>
            <pc:docMk/>
            <pc:sldMk cId="2775533377" sldId="269"/>
            <ac:spMk id="8" creationId="{4E65CDE2-194C-4A17-9E3C-017E8A8970E2}"/>
          </ac:spMkLst>
        </pc:spChg>
        <pc:cxnChg chg="add">
          <ac:chgData name="lucas spellman" userId="a443829f170c415b" providerId="LiveId" clId="{ED29CBEE-47A9-4A98-AC74-6A95D7D0DA24}" dt="2020-04-22T21:38:26.606" v="6191" actId="26606"/>
          <ac:cxnSpMkLst>
            <pc:docMk/>
            <pc:sldMk cId="2775533377" sldId="269"/>
            <ac:cxnSpMk id="10" creationId="{F2AE495E-2AAF-4BC1-87A5-331009D82896}"/>
          </ac:cxnSpMkLst>
        </pc:cxnChg>
      </pc:sldChg>
      <pc:sldChg chg="addSp delSp modSp new mod setBg">
        <pc:chgData name="lucas spellman" userId="a443829f170c415b" providerId="LiveId" clId="{ED29CBEE-47A9-4A98-AC74-6A95D7D0DA24}" dt="2020-04-22T21:41:39.689" v="6224" actId="1076"/>
        <pc:sldMkLst>
          <pc:docMk/>
          <pc:sldMk cId="617167663" sldId="270"/>
        </pc:sldMkLst>
        <pc:spChg chg="mod">
          <ac:chgData name="lucas spellman" userId="a443829f170c415b" providerId="LiveId" clId="{ED29CBEE-47A9-4A98-AC74-6A95D7D0DA24}" dt="2020-04-22T21:41:26.839" v="6220" actId="26606"/>
          <ac:spMkLst>
            <pc:docMk/>
            <pc:sldMk cId="617167663" sldId="270"/>
            <ac:spMk id="2" creationId="{3653EF5D-2563-48E8-AC6E-0CC36FE202D0}"/>
          </ac:spMkLst>
        </pc:spChg>
        <pc:spChg chg="mod ord">
          <ac:chgData name="lucas spellman" userId="a443829f170c415b" providerId="LiveId" clId="{ED29CBEE-47A9-4A98-AC74-6A95D7D0DA24}" dt="2020-04-22T21:41:26.839" v="6220" actId="26606"/>
          <ac:spMkLst>
            <pc:docMk/>
            <pc:sldMk cId="617167663" sldId="270"/>
            <ac:spMk id="3" creationId="{0C91AAEA-593A-4DCA-BE8B-853A263F7D4F}"/>
          </ac:spMkLst>
        </pc:spChg>
        <pc:spChg chg="add del">
          <ac:chgData name="lucas spellman" userId="a443829f170c415b" providerId="LiveId" clId="{ED29CBEE-47A9-4A98-AC74-6A95D7D0DA24}" dt="2020-04-22T21:41:25.308" v="6217" actId="26606"/>
          <ac:spMkLst>
            <pc:docMk/>
            <pc:sldMk cId="617167663" sldId="270"/>
            <ac:spMk id="13" creationId="{99899462-FC16-43B0-966B-FCA263450716}"/>
          </ac:spMkLst>
        </pc:spChg>
        <pc:spChg chg="add del">
          <ac:chgData name="lucas spellman" userId="a443829f170c415b" providerId="LiveId" clId="{ED29CBEE-47A9-4A98-AC74-6A95D7D0DA24}" dt="2020-04-22T21:41:26.819" v="6219" actId="26606"/>
          <ac:spMkLst>
            <pc:docMk/>
            <pc:sldMk cId="617167663" sldId="270"/>
            <ac:spMk id="17" creationId="{99899462-FC16-43B0-966B-FCA263450716}"/>
          </ac:spMkLst>
        </pc:spChg>
        <pc:spChg chg="add">
          <ac:chgData name="lucas spellman" userId="a443829f170c415b" providerId="LiveId" clId="{ED29CBEE-47A9-4A98-AC74-6A95D7D0DA24}" dt="2020-04-22T21:41:26.839" v="6220" actId="26606"/>
          <ac:spMkLst>
            <pc:docMk/>
            <pc:sldMk cId="617167663" sldId="270"/>
            <ac:spMk id="20" creationId="{99899462-FC16-43B0-966B-FCA263450716}"/>
          </ac:spMkLst>
        </pc:spChg>
        <pc:picChg chg="add del mod">
          <ac:chgData name="lucas spellman" userId="a443829f170c415b" providerId="LiveId" clId="{ED29CBEE-47A9-4A98-AC74-6A95D7D0DA24}" dt="2020-04-22T21:05:44.643" v="5531" actId="478"/>
          <ac:picMkLst>
            <pc:docMk/>
            <pc:sldMk cId="617167663" sldId="270"/>
            <ac:picMk id="4" creationId="{3F9C28A3-8500-4551-AA2F-72A658CCFE1B}"/>
          </ac:picMkLst>
        </pc:picChg>
        <pc:picChg chg="add mod ord">
          <ac:chgData name="lucas spellman" userId="a443829f170c415b" providerId="LiveId" clId="{ED29CBEE-47A9-4A98-AC74-6A95D7D0DA24}" dt="2020-04-22T21:41:37.774" v="6223" actId="1076"/>
          <ac:picMkLst>
            <pc:docMk/>
            <pc:sldMk cId="617167663" sldId="270"/>
            <ac:picMk id="6" creationId="{53869049-6EA4-4B9E-88AA-242A50569DAA}"/>
          </ac:picMkLst>
        </pc:picChg>
        <pc:picChg chg="add mod">
          <ac:chgData name="lucas spellman" userId="a443829f170c415b" providerId="LiveId" clId="{ED29CBEE-47A9-4A98-AC74-6A95D7D0DA24}" dt="2020-04-22T21:41:39.689" v="6224" actId="1076"/>
          <ac:picMkLst>
            <pc:docMk/>
            <pc:sldMk cId="617167663" sldId="270"/>
            <ac:picMk id="8" creationId="{493B89E0-F2D3-4A00-B0CF-EC1EEEA04D52}"/>
          </ac:picMkLst>
        </pc:picChg>
        <pc:cxnChg chg="add del">
          <ac:chgData name="lucas spellman" userId="a443829f170c415b" providerId="LiveId" clId="{ED29CBEE-47A9-4A98-AC74-6A95D7D0DA24}" dt="2020-04-22T21:41:25.308" v="6217" actId="26606"/>
          <ac:cxnSpMkLst>
            <pc:docMk/>
            <pc:sldMk cId="617167663" sldId="270"/>
            <ac:cxnSpMk id="15" creationId="{AAFEA932-2DF1-410C-A00A-7A1E7DBF7511}"/>
          </ac:cxnSpMkLst>
        </pc:cxnChg>
        <pc:cxnChg chg="add del">
          <ac:chgData name="lucas spellman" userId="a443829f170c415b" providerId="LiveId" clId="{ED29CBEE-47A9-4A98-AC74-6A95D7D0DA24}" dt="2020-04-22T21:41:26.819" v="6219" actId="26606"/>
          <ac:cxnSpMkLst>
            <pc:docMk/>
            <pc:sldMk cId="617167663" sldId="270"/>
            <ac:cxnSpMk id="18" creationId="{AAFEA932-2DF1-410C-A00A-7A1E7DBF7511}"/>
          </ac:cxnSpMkLst>
        </pc:cxnChg>
        <pc:cxnChg chg="add">
          <ac:chgData name="lucas spellman" userId="a443829f170c415b" providerId="LiveId" clId="{ED29CBEE-47A9-4A98-AC74-6A95D7D0DA24}" dt="2020-04-22T21:41:26.839" v="6220" actId="26606"/>
          <ac:cxnSpMkLst>
            <pc:docMk/>
            <pc:sldMk cId="617167663" sldId="270"/>
            <ac:cxnSpMk id="21" creationId="{AAFEA932-2DF1-410C-A00A-7A1E7DBF7511}"/>
          </ac:cxnSpMkLst>
        </pc:cxnChg>
      </pc:sldChg>
      <pc:sldChg chg="modSp new del mod">
        <pc:chgData name="lucas spellman" userId="a443829f170c415b" providerId="LiveId" clId="{ED29CBEE-47A9-4A98-AC74-6A95D7D0DA24}" dt="2020-04-22T20:43:12.809" v="4987" actId="47"/>
        <pc:sldMkLst>
          <pc:docMk/>
          <pc:sldMk cId="1160822108" sldId="271"/>
        </pc:sldMkLst>
        <pc:spChg chg="mod">
          <ac:chgData name="lucas spellman" userId="a443829f170c415b" providerId="LiveId" clId="{ED29CBEE-47A9-4A98-AC74-6A95D7D0DA24}" dt="2020-04-22T20:43:09.587" v="4986" actId="20577"/>
          <ac:spMkLst>
            <pc:docMk/>
            <pc:sldMk cId="1160822108" sldId="271"/>
            <ac:spMk id="2" creationId="{DE91E3F6-C851-493B-AA5E-BE5B4E23BB1D}"/>
          </ac:spMkLst>
        </pc:spChg>
      </pc:sldChg>
      <pc:sldChg chg="addSp delSp modSp add mod setBg setClrOvrMap">
        <pc:chgData name="lucas spellman" userId="a443829f170c415b" providerId="LiveId" clId="{ED29CBEE-47A9-4A98-AC74-6A95D7D0DA24}" dt="2020-04-27T17:51:28.226" v="6288" actId="478"/>
        <pc:sldMkLst>
          <pc:docMk/>
          <pc:sldMk cId="2234812551" sldId="271"/>
        </pc:sldMkLst>
        <pc:spChg chg="mod">
          <ac:chgData name="lucas spellman" userId="a443829f170c415b" providerId="LiveId" clId="{ED29CBEE-47A9-4A98-AC74-6A95D7D0DA24}" dt="2020-04-22T21:38:52.435" v="6194" actId="26606"/>
          <ac:spMkLst>
            <pc:docMk/>
            <pc:sldMk cId="2234812551" sldId="271"/>
            <ac:spMk id="2" creationId="{70D0F4D1-1ED7-4744-AD8D-D37FFBDDD5BA}"/>
          </ac:spMkLst>
        </pc:spChg>
        <pc:spChg chg="del mod">
          <ac:chgData name="lucas spellman" userId="a443829f170c415b" providerId="LiveId" clId="{ED29CBEE-47A9-4A98-AC74-6A95D7D0DA24}" dt="2020-04-27T17:51:28.226" v="6288" actId="478"/>
          <ac:spMkLst>
            <pc:docMk/>
            <pc:sldMk cId="2234812551" sldId="271"/>
            <ac:spMk id="3" creationId="{4F422260-BA61-4A45-A0CA-7D86F970CF87}"/>
          </ac:spMkLst>
        </pc:spChg>
        <pc:spChg chg="add">
          <ac:chgData name="lucas spellman" userId="a443829f170c415b" providerId="LiveId" clId="{ED29CBEE-47A9-4A98-AC74-6A95D7D0DA24}" dt="2020-04-22T21:38:52.435" v="6194" actId="26606"/>
          <ac:spMkLst>
            <pc:docMk/>
            <pc:sldMk cId="2234812551" sldId="271"/>
            <ac:spMk id="8" creationId="{2A8AA5BC-4F7A-4226-8F99-6D824B226A97}"/>
          </ac:spMkLst>
        </pc:spChg>
        <pc:spChg chg="add">
          <ac:chgData name="lucas spellman" userId="a443829f170c415b" providerId="LiveId" clId="{ED29CBEE-47A9-4A98-AC74-6A95D7D0DA24}" dt="2020-04-22T21:38:52.435" v="6194" actId="26606"/>
          <ac:spMkLst>
            <pc:docMk/>
            <pc:sldMk cId="2234812551" sldId="271"/>
            <ac:spMk id="10" creationId="{3E5445C6-DD42-4979-86FF-03730E8C6DB0}"/>
          </ac:spMkLst>
        </pc:spChg>
        <pc:cxnChg chg="add">
          <ac:chgData name="lucas spellman" userId="a443829f170c415b" providerId="LiveId" clId="{ED29CBEE-47A9-4A98-AC74-6A95D7D0DA24}" dt="2020-04-22T21:38:52.435" v="6194" actId="26606"/>
          <ac:cxnSpMkLst>
            <pc:docMk/>
            <pc:sldMk cId="2234812551" sldId="271"/>
            <ac:cxnSpMk id="12" creationId="{45000665-DFC7-417E-8FD7-516A0F15C975}"/>
          </ac:cxnSpMkLst>
        </pc:cxnChg>
      </pc:sldChg>
      <pc:sldChg chg="addSp delSp modSp add mod setBg setClrOvrMap">
        <pc:chgData name="lucas spellman" userId="a443829f170c415b" providerId="LiveId" clId="{ED29CBEE-47A9-4A98-AC74-6A95D7D0DA24}" dt="2020-04-27T17:52:54.822" v="6289" actId="478"/>
        <pc:sldMkLst>
          <pc:docMk/>
          <pc:sldMk cId="2470079157" sldId="272"/>
        </pc:sldMkLst>
        <pc:spChg chg="mod">
          <ac:chgData name="lucas spellman" userId="a443829f170c415b" providerId="LiveId" clId="{ED29CBEE-47A9-4A98-AC74-6A95D7D0DA24}" dt="2020-04-22T21:40:59.284" v="6215" actId="26606"/>
          <ac:spMkLst>
            <pc:docMk/>
            <pc:sldMk cId="2470079157" sldId="272"/>
            <ac:spMk id="2" creationId="{70D0F4D1-1ED7-4744-AD8D-D37FFBDDD5BA}"/>
          </ac:spMkLst>
        </pc:spChg>
        <pc:spChg chg="del mod">
          <ac:chgData name="lucas spellman" userId="a443829f170c415b" providerId="LiveId" clId="{ED29CBEE-47A9-4A98-AC74-6A95D7D0DA24}" dt="2020-04-27T17:52:54.822" v="6289" actId="478"/>
          <ac:spMkLst>
            <pc:docMk/>
            <pc:sldMk cId="2470079157" sldId="272"/>
            <ac:spMk id="3" creationId="{4F422260-BA61-4A45-A0CA-7D86F970CF87}"/>
          </ac:spMkLst>
        </pc:spChg>
        <pc:spChg chg="add">
          <ac:chgData name="lucas spellman" userId="a443829f170c415b" providerId="LiveId" clId="{ED29CBEE-47A9-4A98-AC74-6A95D7D0DA24}" dt="2020-04-22T21:40:59.284" v="6215" actId="26606"/>
          <ac:spMkLst>
            <pc:docMk/>
            <pc:sldMk cId="2470079157" sldId="272"/>
            <ac:spMk id="5" creationId="{2A8AA5BC-4F7A-4226-8F99-6D824B226A97}"/>
          </ac:spMkLst>
        </pc:spChg>
        <pc:spChg chg="add">
          <ac:chgData name="lucas spellman" userId="a443829f170c415b" providerId="LiveId" clId="{ED29CBEE-47A9-4A98-AC74-6A95D7D0DA24}" dt="2020-04-22T21:40:59.284" v="6215" actId="26606"/>
          <ac:spMkLst>
            <pc:docMk/>
            <pc:sldMk cId="2470079157" sldId="272"/>
            <ac:spMk id="6" creationId="{3E5445C6-DD42-4979-86FF-03730E8C6DB0}"/>
          </ac:spMkLst>
        </pc:spChg>
        <pc:spChg chg="add del">
          <ac:chgData name="lucas spellman" userId="a443829f170c415b" providerId="LiveId" clId="{ED29CBEE-47A9-4A98-AC74-6A95D7D0DA24}" dt="2020-04-22T21:39:58.297" v="6204" actId="26606"/>
          <ac:spMkLst>
            <pc:docMk/>
            <pc:sldMk cId="2470079157" sldId="272"/>
            <ac:spMk id="8" creationId="{6F9EB9F2-07E2-4D64-BBD8-BB5B217F1218}"/>
          </ac:spMkLst>
        </pc:spChg>
        <pc:spChg chg="add del">
          <ac:chgData name="lucas spellman" userId="a443829f170c415b" providerId="LiveId" clId="{ED29CBEE-47A9-4A98-AC74-6A95D7D0DA24}" dt="2020-04-22T21:40:00.362" v="6206" actId="26606"/>
          <ac:spMkLst>
            <pc:docMk/>
            <pc:sldMk cId="2470079157" sldId="272"/>
            <ac:spMk id="13" creationId="{5FB946D7-1CA4-446E-8795-007CACFDEB88}"/>
          </ac:spMkLst>
        </pc:spChg>
        <pc:spChg chg="add del">
          <ac:chgData name="lucas spellman" userId="a443829f170c415b" providerId="LiveId" clId="{ED29CBEE-47A9-4A98-AC74-6A95D7D0DA24}" dt="2020-04-22T21:40:00.362" v="6206" actId="26606"/>
          <ac:spMkLst>
            <pc:docMk/>
            <pc:sldMk cId="2470079157" sldId="272"/>
            <ac:spMk id="14" creationId="{192416F2-BC84-4D7C-80C6-6296C10C3819}"/>
          </ac:spMkLst>
        </pc:spChg>
        <pc:spChg chg="add del">
          <ac:chgData name="lucas spellman" userId="a443829f170c415b" providerId="LiveId" clId="{ED29CBEE-47A9-4A98-AC74-6A95D7D0DA24}" dt="2020-04-22T21:40:02.221" v="6208" actId="26606"/>
          <ac:spMkLst>
            <pc:docMk/>
            <pc:sldMk cId="2470079157" sldId="272"/>
            <ac:spMk id="16" creationId="{6F9EB9F2-07E2-4D64-BBD8-BB5B217F1218}"/>
          </ac:spMkLst>
        </pc:spChg>
        <pc:spChg chg="add del">
          <ac:chgData name="lucas spellman" userId="a443829f170c415b" providerId="LiveId" clId="{ED29CBEE-47A9-4A98-AC74-6A95D7D0DA24}" dt="2020-04-22T21:40:39.678" v="6214" actId="26606"/>
          <ac:spMkLst>
            <pc:docMk/>
            <pc:sldMk cId="2470079157" sldId="272"/>
            <ac:spMk id="19" creationId="{5FB946D7-1CA4-446E-8795-007CACFDEB88}"/>
          </ac:spMkLst>
        </pc:spChg>
        <pc:spChg chg="add del">
          <ac:chgData name="lucas spellman" userId="a443829f170c415b" providerId="LiveId" clId="{ED29CBEE-47A9-4A98-AC74-6A95D7D0DA24}" dt="2020-04-22T21:40:39.678" v="6214" actId="26606"/>
          <ac:spMkLst>
            <pc:docMk/>
            <pc:sldMk cId="2470079157" sldId="272"/>
            <ac:spMk id="20" creationId="{192416F2-BC84-4D7C-80C6-6296C10C3819}"/>
          </ac:spMkLst>
        </pc:spChg>
        <pc:cxnChg chg="add">
          <ac:chgData name="lucas spellman" userId="a443829f170c415b" providerId="LiveId" clId="{ED29CBEE-47A9-4A98-AC74-6A95D7D0DA24}" dt="2020-04-22T21:40:59.284" v="6215" actId="26606"/>
          <ac:cxnSpMkLst>
            <pc:docMk/>
            <pc:sldMk cId="2470079157" sldId="272"/>
            <ac:cxnSpMk id="7" creationId="{45000665-DFC7-417E-8FD7-516A0F15C975}"/>
          </ac:cxnSpMkLst>
        </pc:cxnChg>
        <pc:cxnChg chg="add del">
          <ac:chgData name="lucas spellman" userId="a443829f170c415b" providerId="LiveId" clId="{ED29CBEE-47A9-4A98-AC74-6A95D7D0DA24}" dt="2020-04-22T21:39:58.297" v="6204" actId="26606"/>
          <ac:cxnSpMkLst>
            <pc:docMk/>
            <pc:sldMk cId="2470079157" sldId="272"/>
            <ac:cxnSpMk id="10" creationId="{F0C57C7C-DFE9-4A1E-B7A9-DF40E63366BB}"/>
          </ac:cxnSpMkLst>
        </pc:cxnChg>
        <pc:cxnChg chg="add del">
          <ac:chgData name="lucas spellman" userId="a443829f170c415b" providerId="LiveId" clId="{ED29CBEE-47A9-4A98-AC74-6A95D7D0DA24}" dt="2020-04-22T21:40:00.362" v="6206" actId="26606"/>
          <ac:cxnSpMkLst>
            <pc:docMk/>
            <pc:sldMk cId="2470079157" sldId="272"/>
            <ac:cxnSpMk id="12" creationId="{2330623A-AB89-4E04-AC9A-2BAFBF85AE3A}"/>
          </ac:cxnSpMkLst>
        </pc:cxnChg>
        <pc:cxnChg chg="add del">
          <ac:chgData name="lucas spellman" userId="a443829f170c415b" providerId="LiveId" clId="{ED29CBEE-47A9-4A98-AC74-6A95D7D0DA24}" dt="2020-04-22T21:40:02.221" v="6208" actId="26606"/>
          <ac:cxnSpMkLst>
            <pc:docMk/>
            <pc:sldMk cId="2470079157" sldId="272"/>
            <ac:cxnSpMk id="17" creationId="{F0C57C7C-DFE9-4A1E-B7A9-DF40E63366BB}"/>
          </ac:cxnSpMkLst>
        </pc:cxnChg>
        <pc:cxnChg chg="add del">
          <ac:chgData name="lucas spellman" userId="a443829f170c415b" providerId="LiveId" clId="{ED29CBEE-47A9-4A98-AC74-6A95D7D0DA24}" dt="2020-04-22T21:40:39.678" v="6214" actId="26606"/>
          <ac:cxnSpMkLst>
            <pc:docMk/>
            <pc:sldMk cId="2470079157" sldId="272"/>
            <ac:cxnSpMk id="21" creationId="{2330623A-AB89-4E04-AC9A-2BAFBF85AE3A}"/>
          </ac:cxnSpMkLst>
        </pc:cxnChg>
      </pc:sldChg>
      <pc:sldChg chg="modSp new mod">
        <pc:chgData name="lucas spellman" userId="a443829f170c415b" providerId="LiveId" clId="{ED29CBEE-47A9-4A98-AC74-6A95D7D0DA24}" dt="2020-04-22T21:46:01.837" v="6287" actId="20577"/>
        <pc:sldMkLst>
          <pc:docMk/>
          <pc:sldMk cId="1305898528" sldId="273"/>
        </pc:sldMkLst>
        <pc:spChg chg="mod">
          <ac:chgData name="lucas spellman" userId="a443829f170c415b" providerId="LiveId" clId="{ED29CBEE-47A9-4A98-AC74-6A95D7D0DA24}" dt="2020-04-22T21:46:01.837" v="6287" actId="20577"/>
          <ac:spMkLst>
            <pc:docMk/>
            <pc:sldMk cId="1305898528" sldId="273"/>
            <ac:spMk id="2" creationId="{C9C3ABDD-99D9-4D72-96FE-9F8323000A6E}"/>
          </ac:spMkLst>
        </pc:spChg>
        <pc:spChg chg="mod">
          <ac:chgData name="lucas spellman" userId="a443829f170c415b" providerId="LiveId" clId="{ED29CBEE-47A9-4A98-AC74-6A95D7D0DA24}" dt="2020-04-22T20:44:21.387" v="5068"/>
          <ac:spMkLst>
            <pc:docMk/>
            <pc:sldMk cId="1305898528" sldId="273"/>
            <ac:spMk id="3" creationId="{79189D57-E6E0-4FD7-BAD1-85BAFF57841E}"/>
          </ac:spMkLst>
        </pc:spChg>
      </pc:sldChg>
      <pc:sldChg chg="addSp delSp modSp new mod setBg setClrOvrMap">
        <pc:chgData name="lucas spellman" userId="a443829f170c415b" providerId="LiveId" clId="{ED29CBEE-47A9-4A98-AC74-6A95D7D0DA24}" dt="2020-04-22T21:42:16.708" v="6232" actId="26606"/>
        <pc:sldMkLst>
          <pc:docMk/>
          <pc:sldMk cId="3807187444" sldId="274"/>
        </pc:sldMkLst>
        <pc:spChg chg="mod">
          <ac:chgData name="lucas spellman" userId="a443829f170c415b" providerId="LiveId" clId="{ED29CBEE-47A9-4A98-AC74-6A95D7D0DA24}" dt="2020-04-22T21:42:16.708" v="6232" actId="26606"/>
          <ac:spMkLst>
            <pc:docMk/>
            <pc:sldMk cId="3807187444" sldId="274"/>
            <ac:spMk id="2" creationId="{A097FF45-FA90-4EE2-9676-7AD891D6EA7D}"/>
          </ac:spMkLst>
        </pc:spChg>
        <pc:spChg chg="mod">
          <ac:chgData name="lucas spellman" userId="a443829f170c415b" providerId="LiveId" clId="{ED29CBEE-47A9-4A98-AC74-6A95D7D0DA24}" dt="2020-04-22T21:42:16.708" v="6232" actId="26606"/>
          <ac:spMkLst>
            <pc:docMk/>
            <pc:sldMk cId="3807187444" sldId="274"/>
            <ac:spMk id="3" creationId="{86FC3225-FA85-481B-BE09-EBED1408D2B5}"/>
          </ac:spMkLst>
        </pc:spChg>
        <pc:spChg chg="add del">
          <ac:chgData name="lucas spellman" userId="a443829f170c415b" providerId="LiveId" clId="{ED29CBEE-47A9-4A98-AC74-6A95D7D0DA24}" dt="2020-04-22T21:42:16.693" v="6231" actId="26606"/>
          <ac:spMkLst>
            <pc:docMk/>
            <pc:sldMk cId="3807187444" sldId="274"/>
            <ac:spMk id="7" creationId="{B8D412AD-9CF4-4510-97DC-34D6CC830887}"/>
          </ac:spMkLst>
        </pc:spChg>
        <pc:spChg chg="add del">
          <ac:chgData name="lucas spellman" userId="a443829f170c415b" providerId="LiveId" clId="{ED29CBEE-47A9-4A98-AC74-6A95D7D0DA24}" dt="2020-04-22T21:42:10.661" v="6227" actId="26606"/>
          <ac:spMkLst>
            <pc:docMk/>
            <pc:sldMk cId="3807187444" sldId="274"/>
            <ac:spMk id="10" creationId="{867D4867-5BA7-4462-B2F6-A23F4A622AA7}"/>
          </ac:spMkLst>
        </pc:spChg>
        <pc:spChg chg="add">
          <ac:chgData name="lucas spellman" userId="a443829f170c415b" providerId="LiveId" clId="{ED29CBEE-47A9-4A98-AC74-6A95D7D0DA24}" dt="2020-04-22T21:42:16.708" v="6232" actId="26606"/>
          <ac:spMkLst>
            <pc:docMk/>
            <pc:sldMk cId="3807187444" sldId="274"/>
            <ac:spMk id="11" creationId="{867D4867-5BA7-4462-B2F6-A23F4A622AA7}"/>
          </ac:spMkLst>
        </pc:spChg>
        <pc:spChg chg="add del">
          <ac:chgData name="lucas spellman" userId="a443829f170c415b" providerId="LiveId" clId="{ED29CBEE-47A9-4A98-AC74-6A95D7D0DA24}" dt="2020-04-22T21:42:12.321" v="6229" actId="26606"/>
          <ac:spMkLst>
            <pc:docMk/>
            <pc:sldMk cId="3807187444" sldId="274"/>
            <ac:spMk id="12" creationId="{CEB41C5C-0F34-4DDA-9D7C-5E717F35F60C}"/>
          </ac:spMkLst>
        </pc:spChg>
        <pc:picChg chg="add mod">
          <ac:chgData name="lucas spellman" userId="a443829f170c415b" providerId="LiveId" clId="{ED29CBEE-47A9-4A98-AC74-6A95D7D0DA24}" dt="2020-04-22T21:42:16.708" v="6232" actId="26606"/>
          <ac:picMkLst>
            <pc:docMk/>
            <pc:sldMk cId="3807187444" sldId="274"/>
            <ac:picMk id="5" creationId="{1348AA9D-FE44-4A60-ADA2-552060DFF21D}"/>
          </ac:picMkLst>
        </pc:picChg>
        <pc:picChg chg="add del mod">
          <ac:chgData name="lucas spellman" userId="a443829f170c415b" providerId="LiveId" clId="{ED29CBEE-47A9-4A98-AC74-6A95D7D0DA24}" dt="2020-04-22T20:54:20.496" v="5486" actId="478"/>
          <ac:picMkLst>
            <pc:docMk/>
            <pc:sldMk cId="3807187444" sldId="274"/>
            <ac:picMk id="6" creationId="{7893F085-E7D4-43E7-ADB0-F693292BFA19}"/>
          </ac:picMkLst>
        </pc:picChg>
        <pc:cxnChg chg="add del">
          <ac:chgData name="lucas spellman" userId="a443829f170c415b" providerId="LiveId" clId="{ED29CBEE-47A9-4A98-AC74-6A95D7D0DA24}" dt="2020-04-22T21:42:16.693" v="6231" actId="26606"/>
          <ac:cxnSpMkLst>
            <pc:docMk/>
            <pc:sldMk cId="3807187444" sldId="274"/>
            <ac:cxnSpMk id="8" creationId="{E8FC89CA-47F1-4934-B283-0E52680A131B}"/>
          </ac:cxnSpMkLst>
        </pc:cxnChg>
      </pc:sldChg>
      <pc:sldChg chg="addSp delSp modSp new mod setBg">
        <pc:chgData name="lucas spellman" userId="a443829f170c415b" providerId="LiveId" clId="{ED29CBEE-47A9-4A98-AC74-6A95D7D0DA24}" dt="2020-04-22T21:44:02.650" v="6269" actId="26606"/>
        <pc:sldMkLst>
          <pc:docMk/>
          <pc:sldMk cId="1478172716" sldId="275"/>
        </pc:sldMkLst>
        <pc:spChg chg="mod">
          <ac:chgData name="lucas spellman" userId="a443829f170c415b" providerId="LiveId" clId="{ED29CBEE-47A9-4A98-AC74-6A95D7D0DA24}" dt="2020-04-22T21:44:02.650" v="6269" actId="26606"/>
          <ac:spMkLst>
            <pc:docMk/>
            <pc:sldMk cId="1478172716" sldId="275"/>
            <ac:spMk id="2" creationId="{E3F94F39-DABA-4AC2-A494-E09A9EC8DB41}"/>
          </ac:spMkLst>
        </pc:spChg>
        <pc:spChg chg="mod">
          <ac:chgData name="lucas spellman" userId="a443829f170c415b" providerId="LiveId" clId="{ED29CBEE-47A9-4A98-AC74-6A95D7D0DA24}" dt="2020-04-22T21:44:02.650" v="6269" actId="26606"/>
          <ac:spMkLst>
            <pc:docMk/>
            <pc:sldMk cId="1478172716" sldId="275"/>
            <ac:spMk id="3" creationId="{45AFBA35-FC1D-430E-B2C9-A8DF659E7040}"/>
          </ac:spMkLst>
        </pc:spChg>
        <pc:spChg chg="add del">
          <ac:chgData name="lucas spellman" userId="a443829f170c415b" providerId="LiveId" clId="{ED29CBEE-47A9-4A98-AC74-6A95D7D0DA24}" dt="2020-04-22T21:44:02.623" v="6268" actId="26606"/>
          <ac:spMkLst>
            <pc:docMk/>
            <pc:sldMk cId="1478172716" sldId="275"/>
            <ac:spMk id="8" creationId="{F98ED85F-DCEE-4B50-802E-71A6E3E12B04}"/>
          </ac:spMkLst>
        </pc:spChg>
        <pc:spChg chg="add">
          <ac:chgData name="lucas spellman" userId="a443829f170c415b" providerId="LiveId" clId="{ED29CBEE-47A9-4A98-AC74-6A95D7D0DA24}" dt="2020-04-22T21:44:02.650" v="6269" actId="26606"/>
          <ac:spMkLst>
            <pc:docMk/>
            <pc:sldMk cId="1478172716" sldId="275"/>
            <ac:spMk id="10" creationId="{A55D5633-D557-4DCA-982C-FF36EB7A1C00}"/>
          </ac:spMkLst>
        </pc:spChg>
        <pc:spChg chg="add">
          <ac:chgData name="lucas spellman" userId="a443829f170c415b" providerId="LiveId" clId="{ED29CBEE-47A9-4A98-AC74-6A95D7D0DA24}" dt="2020-04-22T21:44:02.650" v="6269" actId="26606"/>
          <ac:spMkLst>
            <pc:docMk/>
            <pc:sldMk cId="1478172716" sldId="275"/>
            <ac:spMk id="11" creationId="{70DFC902-7D23-471A-B557-B6B6917D7A0D}"/>
          </ac:spMkLst>
        </pc:spChg>
        <pc:spChg chg="add">
          <ac:chgData name="lucas spellman" userId="a443829f170c415b" providerId="LiveId" clId="{ED29CBEE-47A9-4A98-AC74-6A95D7D0DA24}" dt="2020-04-22T21:44:02.650" v="6269" actId="26606"/>
          <ac:spMkLst>
            <pc:docMk/>
            <pc:sldMk cId="1478172716" sldId="275"/>
            <ac:spMk id="12" creationId="{450D3AD2-FA80-415F-A9CE-54D884561CD7}"/>
          </ac:spMkLst>
        </pc:spChg>
      </pc:sldChg>
      <pc:sldChg chg="addSp delSp modSp new mod setBg">
        <pc:chgData name="lucas spellman" userId="a443829f170c415b" providerId="LiveId" clId="{ED29CBEE-47A9-4A98-AC74-6A95D7D0DA24}" dt="2020-04-22T21:11:21.109" v="5552" actId="26606"/>
        <pc:sldMkLst>
          <pc:docMk/>
          <pc:sldMk cId="2808816437" sldId="276"/>
        </pc:sldMkLst>
        <pc:spChg chg="mod">
          <ac:chgData name="lucas spellman" userId="a443829f170c415b" providerId="LiveId" clId="{ED29CBEE-47A9-4A98-AC74-6A95D7D0DA24}" dt="2020-04-22T21:11:21.109" v="5552" actId="26606"/>
          <ac:spMkLst>
            <pc:docMk/>
            <pc:sldMk cId="2808816437" sldId="276"/>
            <ac:spMk id="2" creationId="{D0DB4951-4912-4099-9D07-DF66388A0AD1}"/>
          </ac:spMkLst>
        </pc:spChg>
        <pc:spChg chg="del">
          <ac:chgData name="lucas spellman" userId="a443829f170c415b" providerId="LiveId" clId="{ED29CBEE-47A9-4A98-AC74-6A95D7D0DA24}" dt="2020-04-22T21:10:04.769" v="5541" actId="931"/>
          <ac:spMkLst>
            <pc:docMk/>
            <pc:sldMk cId="2808816437" sldId="276"/>
            <ac:spMk id="3" creationId="{FC108E45-3F79-4CC2-A70F-CDFDAEC4160E}"/>
          </ac:spMkLst>
        </pc:spChg>
        <pc:spChg chg="add">
          <ac:chgData name="lucas spellman" userId="a443829f170c415b" providerId="LiveId" clId="{ED29CBEE-47A9-4A98-AC74-6A95D7D0DA24}" dt="2020-04-22T21:11:21.109" v="5552" actId="26606"/>
          <ac:spMkLst>
            <pc:docMk/>
            <pc:sldMk cId="2808816437" sldId="276"/>
            <ac:spMk id="12" creationId="{823AC064-BC96-4F32-8AE1-B2FD38754823}"/>
          </ac:spMkLst>
        </pc:spChg>
        <pc:picChg chg="add mod">
          <ac:chgData name="lucas spellman" userId="a443829f170c415b" providerId="LiveId" clId="{ED29CBEE-47A9-4A98-AC74-6A95D7D0DA24}" dt="2020-04-22T21:11:21.109" v="5552" actId="26606"/>
          <ac:picMkLst>
            <pc:docMk/>
            <pc:sldMk cId="2808816437" sldId="276"/>
            <ac:picMk id="5" creationId="{18985761-8B1D-44A4-BAEC-A7B8EB26B5E7}"/>
          </ac:picMkLst>
        </pc:picChg>
        <pc:picChg chg="add mod">
          <ac:chgData name="lucas spellman" userId="a443829f170c415b" providerId="LiveId" clId="{ED29CBEE-47A9-4A98-AC74-6A95D7D0DA24}" dt="2020-04-22T21:11:21.109" v="5552" actId="26606"/>
          <ac:picMkLst>
            <pc:docMk/>
            <pc:sldMk cId="2808816437" sldId="276"/>
            <ac:picMk id="7" creationId="{5E79C8DD-C404-4BCE-85A6-66707A81B6CB}"/>
          </ac:picMkLst>
        </pc:picChg>
        <pc:cxnChg chg="add">
          <ac:chgData name="lucas spellman" userId="a443829f170c415b" providerId="LiveId" clId="{ED29CBEE-47A9-4A98-AC74-6A95D7D0DA24}" dt="2020-04-22T21:11:21.109" v="5552" actId="26606"/>
          <ac:cxnSpMkLst>
            <pc:docMk/>
            <pc:sldMk cId="2808816437" sldId="276"/>
            <ac:cxnSpMk id="14" creationId="{7E7C77BC-7138-40B1-A15B-20F57A494629}"/>
          </ac:cxnSpMkLst>
        </pc:cxnChg>
        <pc:cxnChg chg="add">
          <ac:chgData name="lucas spellman" userId="a443829f170c415b" providerId="LiveId" clId="{ED29CBEE-47A9-4A98-AC74-6A95D7D0DA24}" dt="2020-04-22T21:11:21.109" v="5552" actId="26606"/>
          <ac:cxnSpMkLst>
            <pc:docMk/>
            <pc:sldMk cId="2808816437" sldId="276"/>
            <ac:cxnSpMk id="16" creationId="{DB146403-F3D6-484B-B2ED-97F9565D037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6A73D-AF32-4808-954E-1599595C0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A8B02E-534F-469B-A433-0B002AC74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0AAE4-3332-4737-A0C0-9D6D72F15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913E3-FC72-4DA8-A4E7-C32A29BE0FD3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BD109-7C71-42F4-BA67-EEB1AD648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0B891-183E-4F3B-8D13-5FD87C3DD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EEAB-6867-43FA-B9C2-57449D8DB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91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73D12-03C2-479F-91EA-C6D5F86B6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EED89-B126-4F41-AEC4-75F6C6B1F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325ED-D7C4-471E-B9DB-5045EB447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913E3-FC72-4DA8-A4E7-C32A29BE0FD3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F8AD4-A1EC-48C2-BD63-7269B9350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CA609-688E-4853-A6C2-CFFAF8CA8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EEAB-6867-43FA-B9C2-57449D8DB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26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222D-73A3-41B6-AB14-FDFF8D05A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3D365-922A-4E44-B986-EFBC2E617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48E59-90F8-4118-986F-961AA59A1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913E3-FC72-4DA8-A4E7-C32A29BE0FD3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F92D7-DED1-4036-94A8-75A78E714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04420-62DB-4DE0-8946-962566CD5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EEAB-6867-43FA-B9C2-57449D8DB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14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74DB4-B76C-47F1-8A3D-3929666A1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68902-73AC-4806-8451-69B17E5F5A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506DA-6985-4F8C-A36B-0AA44AD2BB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122D3-3429-479D-A5F9-F9E409425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913E3-FC72-4DA8-A4E7-C32A29BE0FD3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5B5EB-9EE0-4680-B931-9F77ECA5E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DBB93-ED0C-40F7-9F34-8A2637B9C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EEAB-6867-43FA-B9C2-57449D8DB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602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8FE54-2667-43A4-8395-1DAD12A7D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9C4D0-037C-4BBD-BFD6-57D8645CA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4BE87-E3C2-4D59-9DB2-1AFB3A0BA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42131F-23EF-48DB-AE73-7619298C7A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CB3F1D-CCFF-4155-A708-452B2617EC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707980-7D98-4D0F-97F5-58DAA83BB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913E3-FC72-4DA8-A4E7-C32A29BE0FD3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38396C-B0F4-409E-A424-DCA18154F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1D8C73-D88A-42E1-B1BD-3C63F05D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EEAB-6867-43FA-B9C2-57449D8DB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166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7A958-FA00-46FC-AF92-FB8E38B0D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2054CB-FCD5-4E12-AA95-1CC96B440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913E3-FC72-4DA8-A4E7-C32A29BE0FD3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8B23B4-C0BC-4C7A-A80D-A59148E10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FE010-1E7D-4248-AEB7-7C27D349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EEAB-6867-43FA-B9C2-57449D8DB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026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BE8A52-DF8D-452A-AB3D-7EFD2D66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913E3-FC72-4DA8-A4E7-C32A29BE0FD3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254B92-D788-4D67-A709-DD3E79C4B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72ECB-272F-4FC1-87FF-1DEB1C9EB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EEAB-6867-43FA-B9C2-57449D8DB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11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0E5AA-3AC4-44EE-A02E-E7F951CFD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E8948-3AF2-4959-AC1E-2EDD701CF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615B-45C1-41C0-9543-2B9F6D09A9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A3AA3-CC2F-4BB1-9414-36B506A1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913E3-FC72-4DA8-A4E7-C32A29BE0FD3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B9F449-6555-4439-8893-C9CCF071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BAFF4C-64E1-45BB-B8FA-FC34D5FAF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EEAB-6867-43FA-B9C2-57449D8DB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625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B30ED-7FEF-4641-B60F-8890E3D24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92274C-D036-4389-BBE5-B7894621B8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AED2B1-2353-4BED-8306-4E1CB087C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4E11A-39FE-481D-9B8D-C3A2F92A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913E3-FC72-4DA8-A4E7-C32A29BE0FD3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DE3094-7423-431C-8227-7BB695D81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180269-28C5-4E4B-8442-35610D06F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EEAB-6867-43FA-B9C2-57449D8DB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673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1DE7D-5AEC-414A-8F13-CCE9B6702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E74743-09E1-4F1C-A2C9-D089E15D7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15597-5813-4C06-9848-BE60B035C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913E3-FC72-4DA8-A4E7-C32A29BE0FD3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9ADE4-EA71-4DA6-8874-023815CCE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9101-7056-4048-A426-65FC7AA5E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EEAB-6867-43FA-B9C2-57449D8DB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453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E52FED-527D-4030-82D1-6BDACFA90A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68F80A-F5A0-4FD6-AA4E-B440E54B0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D608F-E3BA-4F7C-AD0D-0D3FCF04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913E3-FC72-4DA8-A4E7-C32A29BE0FD3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810D0-176C-4E6B-930D-9A1C8E4EF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463AE-235A-4D77-B0B2-2E6E54810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9EEAB-6867-43FA-B9C2-57449D8DB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010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77A80E-D2B3-4FBB-AEA0-0D7538140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16465-6635-4ADF-BD03-69B55288B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9FAB6-F4FE-474B-B722-6D70E83515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913E3-FC72-4DA8-A4E7-C32A29BE0FD3}" type="datetimeFigureOut">
              <a:rPr lang="en-US" smtClean="0"/>
              <a:t>4/27/2020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FBCEC-2ECA-4CD3-ACF9-D65635094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A2F92-FDB2-4212-A1B7-C89EF72A7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9EEAB-6867-43FA-B9C2-57449D8DB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928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naconda.com/anaconda/install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naconda.com/anaconda/install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 Fill">
            <a:extLst>
              <a:ext uri="{FF2B5EF4-FFF2-40B4-BE49-F238E27FC236}">
                <a16:creationId xmlns:a16="http://schemas.microsoft.com/office/drawing/2014/main" id="{3C915414-2809-4735-A560-0D5FE6670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076"/>
            <a:ext cx="121889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id">
            <a:extLst>
              <a:ext uri="{FF2B5EF4-FFF2-40B4-BE49-F238E27FC236}">
                <a16:creationId xmlns:a16="http://schemas.microsoft.com/office/drawing/2014/main" id="{24413201-85BF-4680-A7D4-10CDBD035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038471" cy="6858000"/>
            <a:chOff x="0" y="-12406"/>
            <a:chExt cx="12038471" cy="685800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F819D8C-C8E5-4336-9882-79FBF65551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D732480-09E4-401A-B2D9-E6C662FBC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719781" y="-5330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7D8355C-E417-4D36-91FF-2CC1E1FE9F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6726839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ADF7267-EAAE-43CE-ACEF-608328FB17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-25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54C901E2-0CDB-4316-B262-3B9E68F335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1729498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8F6D31A-084C-4F10-9A8F-A9645DFB71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1609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38E09F0-F130-45B5-B0AF-7EF3F0172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6843959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69330E2-17DA-4F0D-B377-6E4499C79A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5131209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3192707-5744-4C77-8CD6-D682F9080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120892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E367A44A-5DD0-43B5-B6DB-1CA3BC5AF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3422784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80809D1-164B-4A0C-84BB-2AC46F3BD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1832198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379EC94-3698-4695-8CE7-61DBDF5EE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3538773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755B95C-6A71-4D4F-8F48-B21F893E6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0" y="5240042"/>
              <a:ext cx="12038471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099C53A-E394-462E-BF63-1639A8E283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828837" y="-5330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AC427FF-C3BE-45A0-9FB1-A6A4C8C4C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439563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B15D91A-BF52-4704-8F6B-A7C474618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59344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D9241FD-0E0D-409B-A2AF-8F06ACB75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79125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8B3D884-11F6-4FF3-82C2-1C2311451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598907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15AB342-981A-44B4-846D-B0B2394AC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038471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72C80E7-0A00-4063-BEE2-6B6B446A4A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318688" y="-25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DDFAF9B-F940-4E8C-905E-31851E6E7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549263" y="-5330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E75405B-4987-4ED0-838B-B550E11C50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72269" y="1609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23C412-06C7-4364-B5C1-6492A9D36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90113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E558B2C-BA31-4EF6-AA51-34C38C4FAC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715787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9BF6B7B-33CA-48B1-A1DC-E4917FB89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435730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91E8E40-9C42-4E16-980F-D9B38872F3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4293" y="-5330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B7E3690-D803-4CC7-BA93-B51ACF040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4177" y="-12406"/>
              <a:ext cx="0" cy="6843985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D0F4D1-1ED7-4744-AD8D-D37FFBDDD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640" y="1359265"/>
            <a:ext cx="6305754" cy="2061774"/>
          </a:xfrm>
        </p:spPr>
        <p:txBody>
          <a:bodyPr anchor="t">
            <a:normAutofit/>
          </a:bodyPr>
          <a:lstStyle/>
          <a:p>
            <a:pPr algn="l"/>
            <a:r>
              <a:rPr lang="en-US" sz="4800"/>
              <a:t>Setting up Python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0CA228F-98DF-49C4-9649-32D7199CC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80800" y="1141470"/>
            <a:ext cx="6140420" cy="0"/>
          </a:xfrm>
          <a:prstGeom prst="line">
            <a:avLst/>
          </a:prstGeom>
          <a:ln w="50800" cap="sq">
            <a:solidFill>
              <a:schemeClr val="accent5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1E370F4-6FE2-45A6-AC8E-CCB1A8AED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728" y="3565194"/>
            <a:ext cx="6814808" cy="3159505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422260-BA61-4A45-A0CA-7D86F970C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640" y="3803677"/>
            <a:ext cx="5635821" cy="2830829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Lucas Spellman</a:t>
            </a:r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651F00-C9ED-4B9C-8B37-A5D7B364C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90843" y="3602513"/>
            <a:ext cx="5122683" cy="3122186"/>
          </a:xfrm>
          <a:prstGeom prst="rect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Color">
            <a:extLst>
              <a:ext uri="{FF2B5EF4-FFF2-40B4-BE49-F238E27FC236}">
                <a16:creationId xmlns:a16="http://schemas.microsoft.com/office/drawing/2014/main" id="{D665D759-2DF8-4D47-8386-4BA28901A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7704" y="147451"/>
            <a:ext cx="685800" cy="6586489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113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A1D0E4-0CC5-45AC-AE02-2E28F0393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accent1"/>
                </a:solidFill>
              </a:rPr>
              <a:t>Overview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7EA3E-19AA-46BF-A08F-B9CA19883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1" y="963877"/>
            <a:ext cx="6377769" cy="4930246"/>
          </a:xfrm>
        </p:spPr>
        <p:txBody>
          <a:bodyPr anchor="ctr">
            <a:normAutofit/>
          </a:bodyPr>
          <a:lstStyle/>
          <a:p>
            <a:r>
              <a:rPr lang="en-US" sz="2400"/>
              <a:t>Background</a:t>
            </a:r>
          </a:p>
          <a:p>
            <a:pPr lvl="1"/>
            <a:r>
              <a:rPr lang="en-US" dirty="0"/>
              <a:t>Virtual Environments</a:t>
            </a:r>
          </a:p>
          <a:p>
            <a:pPr lvl="1"/>
            <a:r>
              <a:rPr lang="en-US" dirty="0"/>
              <a:t>Package Managers</a:t>
            </a:r>
          </a:p>
          <a:p>
            <a:pPr lvl="1"/>
            <a:r>
              <a:rPr lang="en-US" dirty="0"/>
              <a:t>Shell/Terminal</a:t>
            </a:r>
          </a:p>
          <a:p>
            <a:r>
              <a:rPr lang="en-US" sz="2400"/>
              <a:t>Installation Walkthrough (Anaconda)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417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5445C6-DD42-4979-86FF-03730E8C6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734" y="321733"/>
            <a:ext cx="11573488" cy="62145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0" cap="sq" cmpd="thinThick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0F4D1-1ED7-4744-AD8D-D37FFBDDD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40037"/>
          </a:xfrm>
        </p:spPr>
        <p:txBody>
          <a:bodyPr>
            <a:normAutofit/>
          </a:bodyPr>
          <a:lstStyle/>
          <a:p>
            <a:r>
              <a:rPr lang="en-US" sz="5800"/>
              <a:t>Background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000665-DFC7-417E-8FD7-516A0F15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4109417"/>
            <a:ext cx="2743200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8125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4956A-11EE-4488-A374-2B7145B79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F04DB-A398-4082-B451-6D5AF55F3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to Projects in R</a:t>
            </a:r>
          </a:p>
          <a:p>
            <a:pPr lvl="1"/>
            <a:r>
              <a:rPr lang="en-US" dirty="0"/>
              <a:t>However, packages do not crossover</a:t>
            </a:r>
          </a:p>
          <a:p>
            <a:pPr lvl="2"/>
            <a:r>
              <a:rPr lang="en-US" dirty="0"/>
              <a:t>This is a good thing!!</a:t>
            </a:r>
          </a:p>
          <a:p>
            <a:r>
              <a:rPr lang="en-US" dirty="0"/>
              <a:t>Few different types of Virtual environments</a:t>
            </a:r>
          </a:p>
          <a:p>
            <a:pPr lvl="1"/>
            <a:r>
              <a:rPr lang="en-US" dirty="0" err="1"/>
              <a:t>Conda</a:t>
            </a:r>
            <a:r>
              <a:rPr lang="en-US" dirty="0"/>
              <a:t>, pip, </a:t>
            </a:r>
            <a:r>
              <a:rPr lang="en-US" dirty="0" err="1"/>
              <a:t>etc</a:t>
            </a:r>
            <a:r>
              <a:rPr lang="en-US" dirty="0"/>
              <a:t> …</a:t>
            </a:r>
          </a:p>
          <a:p>
            <a:pPr lvl="1"/>
            <a:r>
              <a:rPr lang="en-US" dirty="0"/>
              <a:t>Differences in backend of how these are managed and stored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643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655D3-18E4-428F-B9CA-87511CB8B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Mangers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83278-630D-44A8-84B8-1EBD94E00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Manage packages and dependencies within each environment</a:t>
            </a:r>
          </a:p>
          <a:p>
            <a:pPr lvl="1"/>
            <a:r>
              <a:rPr lang="en-US" dirty="0"/>
              <a:t>Good practice to keep environments separated/disentangled</a:t>
            </a:r>
          </a:p>
          <a:p>
            <a:pPr lvl="2"/>
            <a:r>
              <a:rPr lang="en-US" dirty="0"/>
              <a:t>Isolates issues</a:t>
            </a:r>
          </a:p>
          <a:p>
            <a:r>
              <a:rPr lang="en-US" dirty="0"/>
              <a:t>Few examples of package managers</a:t>
            </a:r>
          </a:p>
          <a:p>
            <a:pPr lvl="1"/>
            <a:r>
              <a:rPr lang="en-US" dirty="0"/>
              <a:t>Anaconda, </a:t>
            </a:r>
            <a:r>
              <a:rPr lang="en-US" dirty="0" err="1"/>
              <a:t>pycharm</a:t>
            </a:r>
            <a:r>
              <a:rPr lang="en-US" dirty="0"/>
              <a:t> (also an ide), </a:t>
            </a:r>
            <a:r>
              <a:rPr lang="en-US" dirty="0" err="1"/>
              <a:t>virtualenv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859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7A759C-E8E4-49D5-A0DF-C49481CAE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23392"/>
            <a:ext cx="3363974" cy="1607060"/>
          </a:xfrm>
          <a:noFill/>
          <a:ln w="19050">
            <a:solidFill>
              <a:schemeClr val="tx1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en-US" sz="2800"/>
              <a:t>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42468-D1AB-4433-8E9A-740BC5CA1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38043"/>
            <a:ext cx="3363974" cy="3415623"/>
          </a:xfrm>
        </p:spPr>
        <p:txBody>
          <a:bodyPr>
            <a:normAutofit/>
          </a:bodyPr>
          <a:lstStyle/>
          <a:p>
            <a:r>
              <a:rPr lang="en-US" sz="2000"/>
              <a:t>Shell: interface/console that gives access to operating systems services</a:t>
            </a:r>
          </a:p>
          <a:p>
            <a:pPr lvl="1"/>
            <a:r>
              <a:rPr lang="en-US" sz="2000"/>
              <a:t>Used for simpler tasks: ie making a folder or changing to a folder</a:t>
            </a:r>
          </a:p>
          <a:p>
            <a:pPr lvl="1"/>
            <a:r>
              <a:rPr lang="en-US" sz="2000"/>
              <a:t>Also used to tell python what to do</a:t>
            </a:r>
          </a:p>
          <a:p>
            <a:r>
              <a:rPr lang="en-US" sz="2000"/>
              <a:t>Kernel: core of the operating system</a:t>
            </a:r>
          </a:p>
          <a:p>
            <a:pPr lvl="1"/>
            <a:endParaRPr lang="en-US" sz="2000"/>
          </a:p>
          <a:p>
            <a:pPr lvl="1"/>
            <a:endParaRPr lang="en-US" sz="2000"/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55EF8768-9551-4FD6-9794-A53FB279E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763" y="1543657"/>
            <a:ext cx="6250769" cy="360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078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0BB9A0-BDE8-4B82-BF7C-5ECD62C37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23392"/>
            <a:ext cx="3363974" cy="1607060"/>
          </a:xfrm>
          <a:noFill/>
          <a:ln w="19050">
            <a:solidFill>
              <a:schemeClr val="tx1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en-US" sz="2800"/>
              <a:t>Opening a terminal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2422C-BA1C-4EC2-BBA2-23C43AD05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38043"/>
            <a:ext cx="3363974" cy="3415623"/>
          </a:xfrm>
        </p:spPr>
        <p:txBody>
          <a:bodyPr>
            <a:normAutofit/>
          </a:bodyPr>
          <a:lstStyle/>
          <a:p>
            <a:r>
              <a:rPr lang="en-US" sz="1400"/>
              <a:t>Windows :</a:t>
            </a:r>
          </a:p>
          <a:p>
            <a:pPr lvl="1"/>
            <a:r>
              <a:rPr lang="en-US" sz="1400"/>
              <a:t>Search “cmd” into the search bar then click on program that pops up (should be command prompt)</a:t>
            </a:r>
          </a:p>
          <a:p>
            <a:pPr lvl="1"/>
            <a:r>
              <a:rPr lang="en-US" sz="1400"/>
              <a:t>Or hit windows button and x, select windows powershell</a:t>
            </a:r>
          </a:p>
          <a:p>
            <a:r>
              <a:rPr lang="en-US" sz="1400"/>
              <a:t>Mac:</a:t>
            </a:r>
          </a:p>
          <a:p>
            <a:pPr lvl="1"/>
            <a:r>
              <a:rPr lang="en-US" sz="1400"/>
              <a:t>Click the Launchpad icon  in the Dock, type Terminal in the search field, then click Terminal.</a:t>
            </a:r>
          </a:p>
          <a:p>
            <a:pPr lvl="1"/>
            <a:r>
              <a:rPr lang="en-US" sz="1400"/>
              <a:t>Or in the Finder , open the /Applications/Utilities folder, then double-click Terminal.</a:t>
            </a: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FCFCE87B-4A27-4207-BB2B-706DBC46AD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708" y="2230451"/>
            <a:ext cx="5159251" cy="287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384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3E5445C6-DD42-4979-86FF-03730E8C6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734" y="321733"/>
            <a:ext cx="11573488" cy="62145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0" cap="sq" cmpd="thinThick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0F4D1-1ED7-4744-AD8D-D37FFBDDD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40037"/>
          </a:xfrm>
        </p:spPr>
        <p:txBody>
          <a:bodyPr>
            <a:normAutofit/>
          </a:bodyPr>
          <a:lstStyle/>
          <a:p>
            <a:r>
              <a:rPr lang="en-US" sz="5800"/>
              <a:t>Installation Walkthrough</a:t>
            </a:r>
          </a:p>
        </p:txBody>
      </p:sp>
      <p:cxnSp>
        <p:nvCxnSpPr>
          <p:cNvPr id="7" name="Straight Connector 11">
            <a:extLst>
              <a:ext uri="{FF2B5EF4-FFF2-40B4-BE49-F238E27FC236}">
                <a16:creationId xmlns:a16="http://schemas.microsoft.com/office/drawing/2014/main" id="{45000665-DFC7-417E-8FD7-516A0F15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4109417"/>
            <a:ext cx="2743200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079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3ABDD-99D9-4D72-96FE-9F8323000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</a:t>
            </a:r>
            <a:r>
              <a:rPr lang="en-US"/>
              <a:t>to Installation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89D57-E6E0-4FD7-BAD1-85BAFF578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not install python before installing anaconda. Anaconda sets up python for you </a:t>
            </a:r>
          </a:p>
          <a:p>
            <a:pPr lvl="1"/>
            <a:r>
              <a:rPr lang="en-US" dirty="0"/>
              <a:t>If you did install python already uninstall 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898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B0E54-8EB5-4670-97A1-55E3B4E68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Installing Anaconda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D3D77-3063-4A17-BDD9-00FA70F68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Official Documentation for setup:</a:t>
            </a:r>
          </a:p>
          <a:p>
            <a:pPr lvl="1"/>
            <a:r>
              <a:rPr lang="en-US" dirty="0">
                <a:hlinkClick r:id="rId2"/>
              </a:rPr>
              <a:t>https://docs.anaconda.com/anaconda/install/</a:t>
            </a:r>
            <a:r>
              <a:rPr lang="en-US" dirty="0"/>
              <a:t> </a:t>
            </a:r>
          </a:p>
          <a:p>
            <a:r>
              <a:rPr lang="en-US" dirty="0"/>
              <a:t>Following the step by step instructions makes setup on mac or windows straightforward</a:t>
            </a:r>
          </a:p>
          <a:p>
            <a:pPr lvl="1"/>
            <a:r>
              <a:rPr lang="en-US" dirty="0"/>
              <a:t>Mac also has a command line tutorial if you prefer that</a:t>
            </a:r>
          </a:p>
        </p:txBody>
      </p:sp>
    </p:spTree>
    <p:extLst>
      <p:ext uri="{BB962C8B-B14F-4D97-AF65-F5344CB8AC3E}">
        <p14:creationId xmlns:p14="http://schemas.microsoft.com/office/powerpoint/2010/main" val="244265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2">
            <a:extLst>
              <a:ext uri="{FF2B5EF4-FFF2-40B4-BE49-F238E27FC236}">
                <a16:creationId xmlns:a16="http://schemas.microsoft.com/office/drawing/2014/main" id="{99899462-FC16-43B0-966B-FCA263450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493775" y="478232"/>
            <a:ext cx="5809306" cy="5918673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3EF5D-2563-48E8-AC6E-0CC36FE20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446" y="1053711"/>
            <a:ext cx="4933490" cy="1424446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Anaconda</a:t>
            </a:r>
          </a:p>
        </p:txBody>
      </p:sp>
      <p:cxnSp>
        <p:nvCxnSpPr>
          <p:cNvPr id="21" name="Straight Connector 14">
            <a:extLst>
              <a:ext uri="{FF2B5EF4-FFF2-40B4-BE49-F238E27FC236}">
                <a16:creationId xmlns:a16="http://schemas.microsoft.com/office/drawing/2014/main" id="{AAFEA932-2DF1-410C-A00A-7A1E7DBF7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9782" y="2639023"/>
            <a:ext cx="4800600" cy="0"/>
          </a:xfrm>
          <a:prstGeom prst="line">
            <a:avLst/>
          </a:prstGeom>
          <a:ln w="2222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1AAEA-593A-4DCA-BE8B-853A263F7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447" y="2799889"/>
            <a:ext cx="4933490" cy="2987543"/>
          </a:xfrm>
        </p:spPr>
        <p:txBody>
          <a:bodyPr anchor="t">
            <a:normAutofit/>
          </a:bodyPr>
          <a:lstStyle/>
          <a:p>
            <a:r>
              <a:rPr lang="en-US" sz="1400">
                <a:solidFill>
                  <a:srgbClr val="FFFFFF"/>
                </a:solidFill>
              </a:rPr>
              <a:t>When you install anaconda you get two interfaces</a:t>
            </a:r>
          </a:p>
          <a:p>
            <a:pPr lvl="1"/>
            <a:r>
              <a:rPr lang="en-US" sz="1400">
                <a:solidFill>
                  <a:srgbClr val="FFFFFF"/>
                </a:solidFill>
              </a:rPr>
              <a:t>Anaconda navigator: a gui interface that allows you to access sub programs of anaconda (ways to run python and other programs is Jupyter Notebook, Spyder)</a:t>
            </a:r>
          </a:p>
          <a:p>
            <a:pPr lvl="1"/>
            <a:r>
              <a:rPr lang="en-US" sz="1400">
                <a:solidFill>
                  <a:srgbClr val="FFFFFF"/>
                </a:solidFill>
              </a:rPr>
              <a:t>Anaconda command prompt (and anaconda powershell) is essentially a shell with built in anaconda commands (allows you to install packages via conda, create virtual environments,…)</a:t>
            </a:r>
          </a:p>
          <a:p>
            <a:pPr lvl="2"/>
            <a:r>
              <a:rPr lang="en-US" sz="1400">
                <a:solidFill>
                  <a:srgbClr val="FFFFFF"/>
                </a:solidFill>
              </a:rPr>
              <a:t>Current directory is shown to the left of the arrow</a:t>
            </a:r>
          </a:p>
          <a:p>
            <a:pPr lvl="2"/>
            <a:r>
              <a:rPr lang="en-US" sz="1400">
                <a:solidFill>
                  <a:srgbClr val="FFFFFF"/>
                </a:solidFill>
              </a:rPr>
              <a:t>Current environment is shown to the left of the directory in parenthesis</a:t>
            </a:r>
          </a:p>
          <a:p>
            <a:pPr lvl="2"/>
            <a:endParaRPr lang="en-US" sz="1400">
              <a:solidFill>
                <a:srgbClr val="FFFFFF"/>
              </a:solidFill>
            </a:endParaRPr>
          </a:p>
          <a:p>
            <a:pPr lvl="2"/>
            <a:endParaRPr lang="en-US" sz="1400">
              <a:solidFill>
                <a:srgbClr val="FFFFFF"/>
              </a:solidFill>
            </a:endParaRPr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493B89E0-F2D3-4A00-B0CF-EC1EEEA04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389" y="3353431"/>
            <a:ext cx="4402668" cy="2971800"/>
          </a:xfrm>
          <a:prstGeom prst="rect">
            <a:avLst/>
          </a:prstGeom>
        </p:spPr>
      </p:pic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53869049-6EA4-4B9E-88AA-242A50569D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389" y="206948"/>
            <a:ext cx="4855464" cy="2925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167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F45592-B60B-40ED-A263-581139D1F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755073"/>
            <a:ext cx="9833548" cy="1066802"/>
          </a:xfrm>
        </p:spPr>
        <p:txBody>
          <a:bodyPr anchor="b"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Considerations/Tips I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0EA2E-BD4D-478A-9E60-88A34D6EF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049325"/>
            <a:ext cx="9833548" cy="2945574"/>
          </a:xfrm>
        </p:spPr>
        <p:txBody>
          <a:bodyPr anchor="ctr"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Before doing anything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Figure out where you want to store the program files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Organize your folders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Anaconda asks for a path to place the program files</a:t>
            </a:r>
          </a:p>
          <a:p>
            <a:pPr lvl="2"/>
            <a:r>
              <a:rPr lang="en-US" sz="1800">
                <a:solidFill>
                  <a:schemeClr val="tx2"/>
                </a:solidFill>
              </a:rPr>
              <a:t>This does not mean you need to store all of your files in this folder. You can still store your files under documents or any other path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My path (for anaconda):</a:t>
            </a:r>
          </a:p>
          <a:p>
            <a:pPr lvl="2"/>
            <a:r>
              <a:rPr lang="en-US" sz="1800">
                <a:solidFill>
                  <a:schemeClr val="tx2"/>
                </a:solidFill>
              </a:rPr>
              <a:t>C:\Users\lucas\Anaconda3</a:t>
            </a: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346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9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97FF45-FA90-4EE2-9676-7AD891D6E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23392"/>
            <a:ext cx="3363974" cy="1607060"/>
          </a:xfrm>
          <a:noFill/>
          <a:ln w="19050">
            <a:solidFill>
              <a:schemeClr val="tx1"/>
            </a:solidFill>
          </a:ln>
        </p:spPr>
        <p:txBody>
          <a:bodyPr wrap="square" anchor="ctr">
            <a:normAutofit/>
          </a:bodyPr>
          <a:lstStyle/>
          <a:p>
            <a:pPr algn="ctr"/>
            <a:r>
              <a:rPr lang="en-US" sz="2800"/>
              <a:t>Considerations/Tips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C3225-FA85-481B-BE09-EBED1408D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38043"/>
            <a:ext cx="3363974" cy="3415623"/>
          </a:xfrm>
        </p:spPr>
        <p:txBody>
          <a:bodyPr>
            <a:normAutofit/>
          </a:bodyPr>
          <a:lstStyle/>
          <a:p>
            <a:r>
              <a:rPr lang="en-US" sz="1400"/>
              <a:t>During installation:</a:t>
            </a:r>
          </a:p>
          <a:p>
            <a:pPr lvl="1"/>
            <a:r>
              <a:rPr lang="en-US" sz="1400"/>
              <a:t>Do not add anaconda to your path! ( Usually pops up after you select folder destination)</a:t>
            </a:r>
          </a:p>
          <a:p>
            <a:pPr lvl="1"/>
            <a:r>
              <a:rPr lang="en-US" sz="1400"/>
              <a:t>Allowing anaconda python to be your details makes it the baseline</a:t>
            </a:r>
          </a:p>
          <a:p>
            <a:pPr lvl="2"/>
            <a:r>
              <a:rPr lang="en-US" sz="1400"/>
              <a:t>This can make things easier if it is the python you always use</a:t>
            </a:r>
          </a:p>
          <a:p>
            <a:pPr lvl="2"/>
            <a:r>
              <a:rPr lang="en-US" sz="1400"/>
              <a:t>If it is not then it can cause problems finding the version of python you want</a:t>
            </a:r>
          </a:p>
          <a:p>
            <a:endParaRPr lang="en-US" sz="1400"/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1348AA9D-FE44-4A60-ADA2-552060DFF2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763" y="926394"/>
            <a:ext cx="6250769" cy="484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1874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3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15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C7598E-B3EC-4C8F-B9DF-3AE42210D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1600">
                <a:solidFill>
                  <a:srgbClr val="FFFFFF"/>
                </a:solidFill>
              </a:rPr>
              <a:t>Considerations/Tips III</a:t>
            </a:r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AAB9025C-7403-4216-8FD9-8F1C5618C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719959"/>
            <a:ext cx="5458499" cy="368448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21794-DBD5-4D52-9666-A61C47C98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1027" y="4898656"/>
            <a:ext cx="7188199" cy="1292090"/>
          </a:xfrm>
        </p:spPr>
        <p:txBody>
          <a:bodyPr>
            <a:normAutofit fontScale="25000" lnSpcReduction="20000"/>
          </a:bodyPr>
          <a:lstStyle/>
          <a:p>
            <a:r>
              <a:rPr lang="en-US" sz="7200" dirty="0"/>
              <a:t>After installation</a:t>
            </a:r>
          </a:p>
          <a:p>
            <a:pPr lvl="1"/>
            <a:r>
              <a:rPr lang="en-US" sz="7200" dirty="0"/>
              <a:t>Do not use the base environment (downloading a few packages here is fine)</a:t>
            </a:r>
          </a:p>
          <a:p>
            <a:pPr lvl="2"/>
            <a:r>
              <a:rPr lang="en-US" sz="7200" dirty="0"/>
              <a:t>This is the “root” environment, everything branches off of it</a:t>
            </a:r>
          </a:p>
          <a:p>
            <a:pPr lvl="3"/>
            <a:r>
              <a:rPr lang="en-US" sz="7200" dirty="0"/>
              <a:t>Any packages installed in this environment will be installed on new virtual environments</a:t>
            </a:r>
          </a:p>
          <a:p>
            <a:pPr lvl="1"/>
            <a:r>
              <a:rPr lang="en-US" sz="7200" dirty="0"/>
              <a:t>Create a new virtual environment (via </a:t>
            </a:r>
            <a:r>
              <a:rPr lang="en-US" sz="7200" dirty="0" err="1"/>
              <a:t>conda</a:t>
            </a:r>
            <a:r>
              <a:rPr lang="en-US" sz="7200" dirty="0"/>
              <a:t> in the anaconda prompt)</a:t>
            </a:r>
          </a:p>
          <a:p>
            <a:pPr lvl="1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92650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12191990" cy="23586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F94F39-DABA-4AC2-A494-E09A9EC8D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1520377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Considerations/Tips IV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358676"/>
            <a:ext cx="12191990" cy="45454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893697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FBA35-FC1D-430E-B2C9-A8DF659E7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59" y="3100283"/>
            <a:ext cx="9889788" cy="3076679"/>
          </a:xfrm>
        </p:spPr>
        <p:txBody>
          <a:bodyPr>
            <a:normAutofit/>
          </a:bodyPr>
          <a:lstStyle/>
          <a:p>
            <a:r>
              <a:rPr lang="en-US" sz="2400"/>
              <a:t>In general</a:t>
            </a:r>
          </a:p>
          <a:p>
            <a:pPr lvl="1"/>
            <a:r>
              <a:rPr lang="en-US"/>
              <a:t>Get </a:t>
            </a:r>
            <a:r>
              <a:rPr lang="en-US" dirty="0"/>
              <a:t>familiar with basic shell commands </a:t>
            </a:r>
          </a:p>
          <a:p>
            <a:pPr lvl="1"/>
            <a:r>
              <a:rPr lang="en-US" dirty="0"/>
              <a:t>These are different </a:t>
            </a:r>
            <a:r>
              <a:rPr lang="en-US"/>
              <a:t>between linux/</a:t>
            </a:r>
            <a:r>
              <a:rPr lang="en-US" dirty="0"/>
              <a:t>mac and windows</a:t>
            </a:r>
          </a:p>
          <a:p>
            <a:pPr lvl="2"/>
            <a:r>
              <a:rPr lang="en-US" sz="2400"/>
              <a:t>Can just type help into the terminal to get a list of commands</a:t>
            </a:r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478172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125734-D633-4DCD-938C-3659F6F79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accent1"/>
                </a:solidFill>
              </a:rPr>
              <a:t>Creating a Virtual Environment via Conda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A98AC-A832-4F29-9178-DFFB3D6C8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1" y="963877"/>
            <a:ext cx="6377769" cy="4930246"/>
          </a:xfrm>
        </p:spPr>
        <p:txBody>
          <a:bodyPr anchor="ctr">
            <a:normAutofit/>
          </a:bodyPr>
          <a:lstStyle/>
          <a:p>
            <a:r>
              <a:rPr lang="en-US" sz="2000"/>
              <a:t>Open up the anaconda powershell or the anaconda prompt</a:t>
            </a:r>
          </a:p>
          <a:p>
            <a:pPr lvl="1"/>
            <a:r>
              <a:rPr lang="en-US" sz="2000"/>
              <a:t>This is a custom shell anaconda installs for you. It gives you access to anaconda commands</a:t>
            </a:r>
          </a:p>
          <a:p>
            <a:r>
              <a:rPr lang="en-US" sz="2000"/>
              <a:t>Run “conda env list”</a:t>
            </a:r>
          </a:p>
          <a:p>
            <a:pPr lvl="1"/>
            <a:r>
              <a:rPr lang="en-US" sz="2000"/>
              <a:t>Do not need “”; this list the environments you have installed</a:t>
            </a:r>
          </a:p>
          <a:p>
            <a:pPr lvl="1"/>
            <a:r>
              <a:rPr lang="en-US" sz="2000"/>
              <a:t>Initially you will only see base</a:t>
            </a:r>
          </a:p>
          <a:p>
            <a:r>
              <a:rPr lang="en-US" sz="2000"/>
              <a:t>Run “</a:t>
            </a:r>
            <a:r>
              <a:rPr lang="pt-BR" sz="2000"/>
              <a:t>conda create -n &lt;environment_name&gt;”</a:t>
            </a:r>
          </a:p>
          <a:p>
            <a:pPr lvl="1"/>
            <a:r>
              <a:rPr lang="pt-BR" sz="2000"/>
              <a:t>Replace &lt;environment_name&gt; with the name you want (do not need &lt;&gt;)</a:t>
            </a:r>
          </a:p>
          <a:p>
            <a:r>
              <a:rPr lang="pt-BR" sz="2000"/>
              <a:t>Run “conda env list” to see the created environment</a:t>
            </a:r>
          </a:p>
          <a:p>
            <a:pPr lvl="1"/>
            <a:r>
              <a:rPr lang="pt-BR" sz="2000"/>
              <a:t>Install packages into this environment and use it as your default</a:t>
            </a:r>
          </a:p>
          <a:p>
            <a:pPr lvl="1"/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9084698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DB4951-4912-4099-9D07-DF66388A0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>
                <a:solidFill>
                  <a:srgbClr val="FFFFFF"/>
                </a:solidFill>
              </a:rPr>
              <a:t>Ouput from Terminal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18985761-8B1D-44A4-BAEC-A7B8EB26B5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67" y="2625184"/>
            <a:ext cx="5455917" cy="3600904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5E79C8DD-C404-4BCE-85A6-66707A81B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073" y="2632003"/>
            <a:ext cx="5455917" cy="358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816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E65CDE2-194C-4A17-9E3C-017E8A897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E5E61E-E6EA-4E14-830E-C6F16605B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6" y="712268"/>
            <a:ext cx="10410524" cy="1193533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Jupyter</a:t>
            </a:r>
            <a:r>
              <a:rPr lang="en-US" dirty="0">
                <a:solidFill>
                  <a:srgbClr val="FFFFFF"/>
                </a:solidFill>
              </a:rPr>
              <a:t> notebook 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2AE495E-2AAF-4BC1-87A5-331009D82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C544A-2449-4E63-8ECA-6D55C2D09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276" y="2050181"/>
            <a:ext cx="10410524" cy="4126782"/>
          </a:xfrm>
        </p:spPr>
        <p:txBody>
          <a:bodyPr>
            <a:normAutofit/>
          </a:bodyPr>
          <a:lstStyle/>
          <a:p>
            <a:r>
              <a:rPr lang="en-US" sz="2400" dirty="0" err="1">
                <a:solidFill>
                  <a:srgbClr val="FFFFFF"/>
                </a:solidFill>
              </a:rPr>
              <a:t>Jupyter</a:t>
            </a:r>
            <a:r>
              <a:rPr lang="en-US" sz="2400" dirty="0">
                <a:solidFill>
                  <a:srgbClr val="FFFFFF"/>
                </a:solidFill>
              </a:rPr>
              <a:t> Notebook comes installed with anaconda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This is a convenient notebook style way to use python</a:t>
            </a:r>
          </a:p>
          <a:p>
            <a:r>
              <a:rPr lang="en-US" sz="2400" dirty="0">
                <a:solidFill>
                  <a:srgbClr val="FFFFFF"/>
                </a:solidFill>
              </a:rPr>
              <a:t>You can control which kernel this online version of python will use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This simply means you can control which environment the notebook uses</a:t>
            </a:r>
          </a:p>
          <a:p>
            <a:pPr lvl="1"/>
            <a:r>
              <a:rPr lang="en-US" dirty="0">
                <a:solidFill>
                  <a:srgbClr val="FFFFFF"/>
                </a:solidFill>
              </a:rPr>
              <a:t>In order to do this some extensions are required:</a:t>
            </a:r>
          </a:p>
          <a:p>
            <a:pPr lvl="2"/>
            <a:r>
              <a:rPr lang="en-US" sz="2400" dirty="0" err="1">
                <a:solidFill>
                  <a:srgbClr val="FFFFFF"/>
                </a:solidFill>
              </a:rPr>
              <a:t>nb_conda</a:t>
            </a:r>
            <a:r>
              <a:rPr lang="en-US" sz="2400" dirty="0">
                <a:solidFill>
                  <a:srgbClr val="FFFFFF"/>
                </a:solidFill>
              </a:rPr>
              <a:t> should install everything you need</a:t>
            </a:r>
          </a:p>
          <a:p>
            <a:pPr lvl="2"/>
            <a:r>
              <a:rPr lang="en-US" sz="2400" dirty="0" err="1">
                <a:solidFill>
                  <a:srgbClr val="FFFFFF"/>
                </a:solidFill>
              </a:rPr>
              <a:t>nb_conda_kernels</a:t>
            </a:r>
            <a:r>
              <a:rPr lang="en-US" sz="2400" dirty="0">
                <a:solidFill>
                  <a:srgbClr val="FFFFFF"/>
                </a:solidFill>
              </a:rPr>
              <a:t> and </a:t>
            </a:r>
            <a:r>
              <a:rPr lang="en-US" sz="2400" dirty="0" err="1">
                <a:solidFill>
                  <a:srgbClr val="FFFFFF"/>
                </a:solidFill>
              </a:rPr>
              <a:t>ipykernel</a:t>
            </a:r>
            <a:r>
              <a:rPr lang="en-US" sz="2400" dirty="0">
                <a:solidFill>
                  <a:srgbClr val="FFFFFF"/>
                </a:solidFill>
              </a:rPr>
              <a:t> might also be needed</a:t>
            </a:r>
          </a:p>
          <a:p>
            <a:pPr lvl="2"/>
            <a:r>
              <a:rPr lang="en-US" sz="2400" dirty="0">
                <a:solidFill>
                  <a:srgbClr val="FFFFFF"/>
                </a:solidFill>
              </a:rPr>
              <a:t>After installing you will be able to specify the kernel when you make a new notebook</a:t>
            </a:r>
          </a:p>
          <a:p>
            <a:pPr lvl="2"/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1922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0792D4F-247E-46FE-85FC-881DEFA41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855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021A5C-F042-4C7C-B919-A84ADE05C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142" y="479990"/>
            <a:ext cx="360540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2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Jupyter Extension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272F12-AF86-441A-BC1B-C014BBBF85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639665" y="685571"/>
            <a:ext cx="0" cy="914400"/>
          </a:xfrm>
          <a:prstGeom prst="line">
            <a:avLst/>
          </a:prstGeom>
          <a:ln w="19050">
            <a:solidFill>
              <a:schemeClr val="bg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D67C55A-44AB-4B78-BA18-B1ED509F5056}"/>
              </a:ext>
            </a:extLst>
          </p:cNvPr>
          <p:cNvSpPr txBox="1"/>
          <p:nvPr/>
        </p:nvSpPr>
        <p:spPr>
          <a:xfrm>
            <a:off x="4878783" y="411881"/>
            <a:ext cx="6512265" cy="14617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With successful installation, a conda tab will be available otherwise the installation was unsuccessful</a:t>
            </a:r>
          </a:p>
        </p:txBody>
      </p:sp>
      <p:pic>
        <p:nvPicPr>
          <p:cNvPr id="5" name="Content Placeholder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711CB644-E099-4FDE-9DFA-59088CBDE4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42" y="2721114"/>
            <a:ext cx="10595911" cy="344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121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65CDE2-194C-4A17-9E3C-017E8A897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30E166-8E37-4B64-B001-81B877874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6" y="712268"/>
            <a:ext cx="10410524" cy="119353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Resources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2AE495E-2AAF-4BC1-87A5-331009D82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BF40C-637D-4A4A-ACC1-C9C38330A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3276" y="2050181"/>
            <a:ext cx="10410524" cy="4126782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Anaconda documentation:</a:t>
            </a:r>
          </a:p>
          <a:p>
            <a:pPr lvl="1"/>
            <a:r>
              <a:rPr lang="en-US">
                <a:solidFill>
                  <a:srgbClr val="FFFFFF"/>
                </a:solidFill>
                <a:hlinkClick r:id="rId2"/>
              </a:rPr>
              <a:t>https://docs.anaconda.com/anaconda/install/</a:t>
            </a:r>
            <a:r>
              <a:rPr lang="en-US">
                <a:solidFill>
                  <a:srgbClr val="FFFFFF"/>
                </a:solidFill>
              </a:rPr>
              <a:t> </a:t>
            </a:r>
          </a:p>
          <a:p>
            <a:pPr lvl="1"/>
            <a:endParaRPr lang="en-US">
              <a:solidFill>
                <a:srgbClr val="FFFFFF"/>
              </a:solidFill>
            </a:endParaRPr>
          </a:p>
          <a:p>
            <a:endParaRPr lang="en-US" sz="2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5333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826</Words>
  <Application>Microsoft Office PowerPoint</Application>
  <PresentationFormat>Widescreen</PresentationFormat>
  <Paragraphs>99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Tw Cen MT</vt:lpstr>
      <vt:lpstr>Office Theme</vt:lpstr>
      <vt:lpstr>Setting up Python</vt:lpstr>
      <vt:lpstr>Overview</vt:lpstr>
      <vt:lpstr>Background</vt:lpstr>
      <vt:lpstr>Virtual Environments</vt:lpstr>
      <vt:lpstr>Package Mangers</vt:lpstr>
      <vt:lpstr>Terminology</vt:lpstr>
      <vt:lpstr>Opening a terminal</vt:lpstr>
      <vt:lpstr>Installation Walkthrough</vt:lpstr>
      <vt:lpstr>Prior to Installation </vt:lpstr>
      <vt:lpstr>Installing Anaconda</vt:lpstr>
      <vt:lpstr>Anaconda</vt:lpstr>
      <vt:lpstr>Considerations/Tips I </vt:lpstr>
      <vt:lpstr>Considerations/Tips II</vt:lpstr>
      <vt:lpstr>Considerations/Tips III</vt:lpstr>
      <vt:lpstr>Considerations/Tips IV</vt:lpstr>
      <vt:lpstr>Creating a Virtual Environment via Conda</vt:lpstr>
      <vt:lpstr>Ouput from Terminal</vt:lpstr>
      <vt:lpstr>Jupyter notebook </vt:lpstr>
      <vt:lpstr>Jupyter Extension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Setting up Python</dc:title>
  <dc:creator>lucas spellman</dc:creator>
  <cp:lastModifiedBy>lucas spellman</cp:lastModifiedBy>
  <cp:revision>1</cp:revision>
  <dcterms:created xsi:type="dcterms:W3CDTF">2020-04-22T21:44:02Z</dcterms:created>
  <dcterms:modified xsi:type="dcterms:W3CDTF">2020-04-27T17:53:05Z</dcterms:modified>
</cp:coreProperties>
</file>